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7" r:id="rId4"/>
    <p:sldId id="260" r:id="rId5"/>
    <p:sldId id="262" r:id="rId6"/>
    <p:sldId id="261" r:id="rId7"/>
    <p:sldId id="259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9" autoAdjust="0"/>
    <p:restoredTop sz="94660"/>
  </p:normalViewPr>
  <p:slideViewPr>
    <p:cSldViewPr snapToGrid="0">
      <p:cViewPr varScale="1">
        <p:scale>
          <a:sx n="63" d="100"/>
          <a:sy n="63" d="100"/>
        </p:scale>
        <p:origin x="11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shwarya T" userId="76b7ab16ffe7ba63" providerId="LiveId" clId="{010B27C1-E275-471C-9475-75D73EE37823}"/>
    <pc:docChg chg="modSld">
      <pc:chgData name="Aishwarya T" userId="76b7ab16ffe7ba63" providerId="LiveId" clId="{010B27C1-E275-471C-9475-75D73EE37823}" dt="2026-08-10T10:38:16.653" v="15"/>
      <pc:docMkLst>
        <pc:docMk/>
      </pc:docMkLst>
      <pc:sldChg chg="modTransition">
        <pc:chgData name="Aishwarya T" userId="76b7ab16ffe7ba63" providerId="LiveId" clId="{010B27C1-E275-471C-9475-75D73EE37823}" dt="2026-08-10T10:37:08.231" v="3"/>
        <pc:sldMkLst>
          <pc:docMk/>
          <pc:sldMk cId="1133842585" sldId="256"/>
        </pc:sldMkLst>
      </pc:sldChg>
      <pc:sldChg chg="modTransition">
        <pc:chgData name="Aishwarya T" userId="76b7ab16ffe7ba63" providerId="LiveId" clId="{010B27C1-E275-471C-9475-75D73EE37823}" dt="2026-08-10T10:37:25.025" v="6"/>
        <pc:sldMkLst>
          <pc:docMk/>
          <pc:sldMk cId="1769630864" sldId="257"/>
        </pc:sldMkLst>
      </pc:sldChg>
      <pc:sldChg chg="modTransition">
        <pc:chgData name="Aishwarya T" userId="76b7ab16ffe7ba63" providerId="LiveId" clId="{010B27C1-E275-471C-9475-75D73EE37823}" dt="2026-08-10T10:37:19.554" v="5"/>
        <pc:sldMkLst>
          <pc:docMk/>
          <pc:sldMk cId="62064360" sldId="258"/>
        </pc:sldMkLst>
      </pc:sldChg>
      <pc:sldChg chg="modTransition">
        <pc:chgData name="Aishwarya T" userId="76b7ab16ffe7ba63" providerId="LiveId" clId="{010B27C1-E275-471C-9475-75D73EE37823}" dt="2026-08-10T10:37:50.993" v="10"/>
        <pc:sldMkLst>
          <pc:docMk/>
          <pc:sldMk cId="1028251738" sldId="259"/>
        </pc:sldMkLst>
      </pc:sldChg>
      <pc:sldChg chg="modTransition">
        <pc:chgData name="Aishwarya T" userId="76b7ab16ffe7ba63" providerId="LiveId" clId="{010B27C1-E275-471C-9475-75D73EE37823}" dt="2026-08-10T10:37:29.391" v="7"/>
        <pc:sldMkLst>
          <pc:docMk/>
          <pc:sldMk cId="22620082" sldId="260"/>
        </pc:sldMkLst>
      </pc:sldChg>
      <pc:sldChg chg="modTransition">
        <pc:chgData name="Aishwarya T" userId="76b7ab16ffe7ba63" providerId="LiveId" clId="{010B27C1-E275-471C-9475-75D73EE37823}" dt="2026-08-10T10:37:42.590" v="9"/>
        <pc:sldMkLst>
          <pc:docMk/>
          <pc:sldMk cId="3647499934" sldId="261"/>
        </pc:sldMkLst>
      </pc:sldChg>
      <pc:sldChg chg="modTransition">
        <pc:chgData name="Aishwarya T" userId="76b7ab16ffe7ba63" providerId="LiveId" clId="{010B27C1-E275-471C-9475-75D73EE37823}" dt="2026-08-10T10:37:33.809" v="8"/>
        <pc:sldMkLst>
          <pc:docMk/>
          <pc:sldMk cId="1001236101" sldId="262"/>
        </pc:sldMkLst>
      </pc:sldChg>
      <pc:sldChg chg="modTransition">
        <pc:chgData name="Aishwarya T" userId="76b7ab16ffe7ba63" providerId="LiveId" clId="{010B27C1-E275-471C-9475-75D73EE37823}" dt="2026-08-10T10:37:55.908" v="11"/>
        <pc:sldMkLst>
          <pc:docMk/>
          <pc:sldMk cId="1582011164" sldId="263"/>
        </pc:sldMkLst>
      </pc:sldChg>
      <pc:sldChg chg="modTransition">
        <pc:chgData name="Aishwarya T" userId="76b7ab16ffe7ba63" providerId="LiveId" clId="{010B27C1-E275-471C-9475-75D73EE37823}" dt="2026-08-10T10:38:02.367" v="12"/>
        <pc:sldMkLst>
          <pc:docMk/>
          <pc:sldMk cId="849502585" sldId="264"/>
        </pc:sldMkLst>
      </pc:sldChg>
      <pc:sldChg chg="modTransition">
        <pc:chgData name="Aishwarya T" userId="76b7ab16ffe7ba63" providerId="LiveId" clId="{010B27C1-E275-471C-9475-75D73EE37823}" dt="2026-08-10T10:38:06.402" v="13"/>
        <pc:sldMkLst>
          <pc:docMk/>
          <pc:sldMk cId="2229461099" sldId="265"/>
        </pc:sldMkLst>
      </pc:sldChg>
      <pc:sldChg chg="modTransition">
        <pc:chgData name="Aishwarya T" userId="76b7ab16ffe7ba63" providerId="LiveId" clId="{010B27C1-E275-471C-9475-75D73EE37823}" dt="2026-08-10T10:38:10.685" v="14"/>
        <pc:sldMkLst>
          <pc:docMk/>
          <pc:sldMk cId="1823691823" sldId="266"/>
        </pc:sldMkLst>
      </pc:sldChg>
      <pc:sldChg chg="modTransition">
        <pc:chgData name="Aishwarya T" userId="76b7ab16ffe7ba63" providerId="LiveId" clId="{010B27C1-E275-471C-9475-75D73EE37823}" dt="2026-08-10T10:38:16.653" v="15"/>
        <pc:sldMkLst>
          <pc:docMk/>
          <pc:sldMk cId="87328808" sldId="267"/>
        </pc:sldMkLst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C5E901-262C-4490-8846-62698A24205F}" type="doc">
      <dgm:prSet loTypeId="urn:diagrams.loki3.com/Bracke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43B15B4-C9A0-4429-8297-AAE44B1D50EC}">
      <dgm:prSet phldrT="[Text]" phldr="0"/>
      <dgm:spPr/>
      <dgm:t>
        <a:bodyPr/>
        <a:lstStyle/>
        <a:p>
          <a:r>
            <a:rPr lang="en-IN" b="1" dirty="0"/>
            <a:t>GOAL</a:t>
          </a:r>
        </a:p>
      </dgm:t>
    </dgm:pt>
    <dgm:pt modelId="{3F808946-1BC9-4667-8BA6-9C4200D4A6B9}" type="parTrans" cxnId="{56DFA5D3-97E8-499A-8DEC-1DD11318D532}">
      <dgm:prSet/>
      <dgm:spPr/>
      <dgm:t>
        <a:bodyPr/>
        <a:lstStyle/>
        <a:p>
          <a:endParaRPr lang="en-IN"/>
        </a:p>
      </dgm:t>
    </dgm:pt>
    <dgm:pt modelId="{D6F42129-22ED-4C00-B0BF-974E103B1048}" type="sibTrans" cxnId="{56DFA5D3-97E8-499A-8DEC-1DD11318D532}">
      <dgm:prSet/>
      <dgm:spPr/>
      <dgm:t>
        <a:bodyPr/>
        <a:lstStyle/>
        <a:p>
          <a:endParaRPr lang="en-IN"/>
        </a:p>
      </dgm:t>
    </dgm:pt>
    <dgm:pt modelId="{8D65AE8A-F50D-4D08-A12C-862BF025FABB}">
      <dgm:prSet phldrT="[Text]"/>
      <dgm:spPr/>
      <dgm:t>
        <a:bodyPr/>
        <a:lstStyle/>
        <a:p>
          <a:pPr>
            <a:buNone/>
          </a:pPr>
          <a:r>
            <a:rPr lang="en-IN" dirty="0"/>
            <a:t>Move from descriptive reporting to actionable business recommendations.</a:t>
          </a:r>
        </a:p>
      </dgm:t>
    </dgm:pt>
    <dgm:pt modelId="{7E136FEC-E653-41C7-B22A-84C02D25E25E}" type="parTrans" cxnId="{AC98F84D-DF24-47C0-9ABD-D239F9706D40}">
      <dgm:prSet/>
      <dgm:spPr/>
      <dgm:t>
        <a:bodyPr/>
        <a:lstStyle/>
        <a:p>
          <a:endParaRPr lang="en-IN"/>
        </a:p>
      </dgm:t>
    </dgm:pt>
    <dgm:pt modelId="{68C743E5-44A8-4166-8CF4-45A5FD11D92F}" type="sibTrans" cxnId="{AC98F84D-DF24-47C0-9ABD-D239F9706D40}">
      <dgm:prSet/>
      <dgm:spPr/>
      <dgm:t>
        <a:bodyPr/>
        <a:lstStyle/>
        <a:p>
          <a:endParaRPr lang="en-IN"/>
        </a:p>
      </dgm:t>
    </dgm:pt>
    <dgm:pt modelId="{308D9C43-4183-45CB-AB19-342D9184981D}">
      <dgm:prSet phldrT="[Text]" phldr="0"/>
      <dgm:spPr/>
      <dgm:t>
        <a:bodyPr/>
        <a:lstStyle/>
        <a:p>
          <a:r>
            <a:rPr lang="en-IN" b="1" dirty="0"/>
            <a:t>OBJECTIVE</a:t>
          </a:r>
        </a:p>
      </dgm:t>
    </dgm:pt>
    <dgm:pt modelId="{F04F3E67-C315-4457-AD23-A8F270049B9D}" type="parTrans" cxnId="{E24BE689-FA87-4961-8139-96C927D5E52D}">
      <dgm:prSet/>
      <dgm:spPr/>
      <dgm:t>
        <a:bodyPr/>
        <a:lstStyle/>
        <a:p>
          <a:endParaRPr lang="en-IN"/>
        </a:p>
      </dgm:t>
    </dgm:pt>
    <dgm:pt modelId="{30A70A1B-285E-4AEE-9651-D2B4E8CD2583}" type="sibTrans" cxnId="{E24BE689-FA87-4961-8139-96C927D5E52D}">
      <dgm:prSet/>
      <dgm:spPr/>
      <dgm:t>
        <a:bodyPr/>
        <a:lstStyle/>
        <a:p>
          <a:endParaRPr lang="en-IN"/>
        </a:p>
      </dgm:t>
    </dgm:pt>
    <dgm:pt modelId="{A41DED9C-93EB-4968-93E6-73BC2BB649B7}">
      <dgm:prSet phldrT="[Text]"/>
      <dgm:spPr/>
      <dgm:t>
        <a:bodyPr/>
        <a:lstStyle/>
        <a:p>
          <a:pPr>
            <a:buNone/>
          </a:pPr>
          <a:r>
            <a:rPr lang="en-IN" dirty="0"/>
            <a:t>Convert raw transaction data into actionable insights for customer growth, retention and commercial decision-making.</a:t>
          </a:r>
        </a:p>
      </dgm:t>
    </dgm:pt>
    <dgm:pt modelId="{9752646B-CE59-41EE-A0D9-576D7136DD40}" type="parTrans" cxnId="{F1780363-D06C-4A30-935F-AC1D974BD296}">
      <dgm:prSet/>
      <dgm:spPr/>
      <dgm:t>
        <a:bodyPr/>
        <a:lstStyle/>
        <a:p>
          <a:endParaRPr lang="en-IN"/>
        </a:p>
      </dgm:t>
    </dgm:pt>
    <dgm:pt modelId="{91A99BDA-77AB-4024-912D-D9541C73069A}" type="sibTrans" cxnId="{F1780363-D06C-4A30-935F-AC1D974BD296}">
      <dgm:prSet/>
      <dgm:spPr/>
      <dgm:t>
        <a:bodyPr/>
        <a:lstStyle/>
        <a:p>
          <a:endParaRPr lang="en-IN"/>
        </a:p>
      </dgm:t>
    </dgm:pt>
    <dgm:pt modelId="{53407D9E-0336-4DF6-987B-342F8AB3EE78}" type="pres">
      <dgm:prSet presAssocID="{29C5E901-262C-4490-8846-62698A24205F}" presName="Name0" presStyleCnt="0">
        <dgm:presLayoutVars>
          <dgm:dir/>
          <dgm:animLvl val="lvl"/>
          <dgm:resizeHandles val="exact"/>
        </dgm:presLayoutVars>
      </dgm:prSet>
      <dgm:spPr/>
    </dgm:pt>
    <dgm:pt modelId="{BD7A78E6-A532-4F57-BB6C-6E961C21E7E2}" type="pres">
      <dgm:prSet presAssocID="{943B15B4-C9A0-4429-8297-AAE44B1D50EC}" presName="linNode" presStyleCnt="0"/>
      <dgm:spPr/>
    </dgm:pt>
    <dgm:pt modelId="{9ACD4661-9555-4AEB-9D2A-4C280C4FC9FE}" type="pres">
      <dgm:prSet presAssocID="{943B15B4-C9A0-4429-8297-AAE44B1D50EC}" presName="parTx" presStyleLbl="revTx" presStyleIdx="0" presStyleCnt="2">
        <dgm:presLayoutVars>
          <dgm:chMax val="1"/>
          <dgm:bulletEnabled val="1"/>
        </dgm:presLayoutVars>
      </dgm:prSet>
      <dgm:spPr/>
    </dgm:pt>
    <dgm:pt modelId="{7DA973F1-C63E-49B0-8A03-5E861BF49BB9}" type="pres">
      <dgm:prSet presAssocID="{943B15B4-C9A0-4429-8297-AAE44B1D50EC}" presName="bracket" presStyleLbl="parChTrans1D1" presStyleIdx="0" presStyleCnt="2"/>
      <dgm:spPr/>
    </dgm:pt>
    <dgm:pt modelId="{7ED9DA50-65A9-410C-BE22-9FCD9ACB32A1}" type="pres">
      <dgm:prSet presAssocID="{943B15B4-C9A0-4429-8297-AAE44B1D50EC}" presName="spH" presStyleCnt="0"/>
      <dgm:spPr/>
    </dgm:pt>
    <dgm:pt modelId="{D89C186E-84D9-4B8E-B556-0AA4AB463936}" type="pres">
      <dgm:prSet presAssocID="{943B15B4-C9A0-4429-8297-AAE44B1D50EC}" presName="desTx" presStyleLbl="node1" presStyleIdx="0" presStyleCnt="2">
        <dgm:presLayoutVars>
          <dgm:bulletEnabled val="1"/>
        </dgm:presLayoutVars>
      </dgm:prSet>
      <dgm:spPr/>
    </dgm:pt>
    <dgm:pt modelId="{2BC11E0D-C617-4125-B2CE-997E801DFB13}" type="pres">
      <dgm:prSet presAssocID="{D6F42129-22ED-4C00-B0BF-974E103B1048}" presName="spV" presStyleCnt="0"/>
      <dgm:spPr/>
    </dgm:pt>
    <dgm:pt modelId="{4F3B3370-407D-4246-A4C7-8CCAFA995027}" type="pres">
      <dgm:prSet presAssocID="{308D9C43-4183-45CB-AB19-342D9184981D}" presName="linNode" presStyleCnt="0"/>
      <dgm:spPr/>
    </dgm:pt>
    <dgm:pt modelId="{933DF81A-B8AB-4D00-9465-AA93A9614654}" type="pres">
      <dgm:prSet presAssocID="{308D9C43-4183-45CB-AB19-342D9184981D}" presName="parTx" presStyleLbl="revTx" presStyleIdx="1" presStyleCnt="2">
        <dgm:presLayoutVars>
          <dgm:chMax val="1"/>
          <dgm:bulletEnabled val="1"/>
        </dgm:presLayoutVars>
      </dgm:prSet>
      <dgm:spPr/>
    </dgm:pt>
    <dgm:pt modelId="{EC2DA4B9-D729-40DD-9900-706E0CA783EA}" type="pres">
      <dgm:prSet presAssocID="{308D9C43-4183-45CB-AB19-342D9184981D}" presName="bracket" presStyleLbl="parChTrans1D1" presStyleIdx="1" presStyleCnt="2"/>
      <dgm:spPr/>
    </dgm:pt>
    <dgm:pt modelId="{70E6EC60-CE4B-41C3-8D3B-1B7D9B5CD046}" type="pres">
      <dgm:prSet presAssocID="{308D9C43-4183-45CB-AB19-342D9184981D}" presName="spH" presStyleCnt="0"/>
      <dgm:spPr/>
    </dgm:pt>
    <dgm:pt modelId="{B39A6430-7979-4C22-BC60-404CD757B998}" type="pres">
      <dgm:prSet presAssocID="{308D9C43-4183-45CB-AB19-342D9184981D}" presName="desTx" presStyleLbl="node1" presStyleIdx="1" presStyleCnt="2">
        <dgm:presLayoutVars>
          <dgm:bulletEnabled val="1"/>
        </dgm:presLayoutVars>
      </dgm:prSet>
      <dgm:spPr/>
    </dgm:pt>
  </dgm:ptLst>
  <dgm:cxnLst>
    <dgm:cxn modelId="{E2F5B607-354E-4EBB-A1F6-86A65A1B97BD}" type="presOf" srcId="{A41DED9C-93EB-4968-93E6-73BC2BB649B7}" destId="{B39A6430-7979-4C22-BC60-404CD757B998}" srcOrd="0" destOrd="0" presId="urn:diagrams.loki3.com/BracketList"/>
    <dgm:cxn modelId="{391AE10F-1689-4682-A0A3-9F701EFE78AB}" type="presOf" srcId="{8D65AE8A-F50D-4D08-A12C-862BF025FABB}" destId="{D89C186E-84D9-4B8E-B556-0AA4AB463936}" srcOrd="0" destOrd="0" presId="urn:diagrams.loki3.com/BracketList"/>
    <dgm:cxn modelId="{F1780363-D06C-4A30-935F-AC1D974BD296}" srcId="{308D9C43-4183-45CB-AB19-342D9184981D}" destId="{A41DED9C-93EB-4968-93E6-73BC2BB649B7}" srcOrd="0" destOrd="0" parTransId="{9752646B-CE59-41EE-A0D9-576D7136DD40}" sibTransId="{91A99BDA-77AB-4024-912D-D9541C73069A}"/>
    <dgm:cxn modelId="{AC98F84D-DF24-47C0-9ABD-D239F9706D40}" srcId="{943B15B4-C9A0-4429-8297-AAE44B1D50EC}" destId="{8D65AE8A-F50D-4D08-A12C-862BF025FABB}" srcOrd="0" destOrd="0" parTransId="{7E136FEC-E653-41C7-B22A-84C02D25E25E}" sibTransId="{68C743E5-44A8-4166-8CF4-45A5FD11D92F}"/>
    <dgm:cxn modelId="{0B25AB7A-D84B-45A2-A301-3F0DE3950BB5}" type="presOf" srcId="{943B15B4-C9A0-4429-8297-AAE44B1D50EC}" destId="{9ACD4661-9555-4AEB-9D2A-4C280C4FC9FE}" srcOrd="0" destOrd="0" presId="urn:diagrams.loki3.com/BracketList"/>
    <dgm:cxn modelId="{E24BE689-FA87-4961-8139-96C927D5E52D}" srcId="{29C5E901-262C-4490-8846-62698A24205F}" destId="{308D9C43-4183-45CB-AB19-342D9184981D}" srcOrd="1" destOrd="0" parTransId="{F04F3E67-C315-4457-AD23-A8F270049B9D}" sibTransId="{30A70A1B-285E-4AEE-9651-D2B4E8CD2583}"/>
    <dgm:cxn modelId="{2230E1B7-530D-4711-88F4-6235D13EDE74}" type="presOf" srcId="{29C5E901-262C-4490-8846-62698A24205F}" destId="{53407D9E-0336-4DF6-987B-342F8AB3EE78}" srcOrd="0" destOrd="0" presId="urn:diagrams.loki3.com/BracketList"/>
    <dgm:cxn modelId="{56DFA5D3-97E8-499A-8DEC-1DD11318D532}" srcId="{29C5E901-262C-4490-8846-62698A24205F}" destId="{943B15B4-C9A0-4429-8297-AAE44B1D50EC}" srcOrd="0" destOrd="0" parTransId="{3F808946-1BC9-4667-8BA6-9C4200D4A6B9}" sibTransId="{D6F42129-22ED-4C00-B0BF-974E103B1048}"/>
    <dgm:cxn modelId="{BF7634F0-3985-4717-9B0A-D7BA23A88CD1}" type="presOf" srcId="{308D9C43-4183-45CB-AB19-342D9184981D}" destId="{933DF81A-B8AB-4D00-9465-AA93A9614654}" srcOrd="0" destOrd="0" presId="urn:diagrams.loki3.com/BracketList"/>
    <dgm:cxn modelId="{1120D93A-CA57-4197-88BC-BFD6A414A80B}" type="presParOf" srcId="{53407D9E-0336-4DF6-987B-342F8AB3EE78}" destId="{BD7A78E6-A532-4F57-BB6C-6E961C21E7E2}" srcOrd="0" destOrd="0" presId="urn:diagrams.loki3.com/BracketList"/>
    <dgm:cxn modelId="{1B010583-85E4-4F8F-9446-30BBD73B1E40}" type="presParOf" srcId="{BD7A78E6-A532-4F57-BB6C-6E961C21E7E2}" destId="{9ACD4661-9555-4AEB-9D2A-4C280C4FC9FE}" srcOrd="0" destOrd="0" presId="urn:diagrams.loki3.com/BracketList"/>
    <dgm:cxn modelId="{9C167960-6225-497D-899B-85991F8DA37E}" type="presParOf" srcId="{BD7A78E6-A532-4F57-BB6C-6E961C21E7E2}" destId="{7DA973F1-C63E-49B0-8A03-5E861BF49BB9}" srcOrd="1" destOrd="0" presId="urn:diagrams.loki3.com/BracketList"/>
    <dgm:cxn modelId="{6FA6A14D-398E-48D3-B2A7-A291625FFCB3}" type="presParOf" srcId="{BD7A78E6-A532-4F57-BB6C-6E961C21E7E2}" destId="{7ED9DA50-65A9-410C-BE22-9FCD9ACB32A1}" srcOrd="2" destOrd="0" presId="urn:diagrams.loki3.com/BracketList"/>
    <dgm:cxn modelId="{3245A282-A8B6-478B-A2A2-8C071B661C49}" type="presParOf" srcId="{BD7A78E6-A532-4F57-BB6C-6E961C21E7E2}" destId="{D89C186E-84D9-4B8E-B556-0AA4AB463936}" srcOrd="3" destOrd="0" presId="urn:diagrams.loki3.com/BracketList"/>
    <dgm:cxn modelId="{6DF0B14F-8A76-431C-AE46-9B5D176AC417}" type="presParOf" srcId="{53407D9E-0336-4DF6-987B-342F8AB3EE78}" destId="{2BC11E0D-C617-4125-B2CE-997E801DFB13}" srcOrd="1" destOrd="0" presId="urn:diagrams.loki3.com/BracketList"/>
    <dgm:cxn modelId="{C3D76C17-AF2A-4C9B-B1FF-DFEA91ECCFCD}" type="presParOf" srcId="{53407D9E-0336-4DF6-987B-342F8AB3EE78}" destId="{4F3B3370-407D-4246-A4C7-8CCAFA995027}" srcOrd="2" destOrd="0" presId="urn:diagrams.loki3.com/BracketList"/>
    <dgm:cxn modelId="{362FF506-0B5D-42B8-903D-07B64BC314CD}" type="presParOf" srcId="{4F3B3370-407D-4246-A4C7-8CCAFA995027}" destId="{933DF81A-B8AB-4D00-9465-AA93A9614654}" srcOrd="0" destOrd="0" presId="urn:diagrams.loki3.com/BracketList"/>
    <dgm:cxn modelId="{6974D6E0-9698-4456-8AA8-C8A0CE3DC9F0}" type="presParOf" srcId="{4F3B3370-407D-4246-A4C7-8CCAFA995027}" destId="{EC2DA4B9-D729-40DD-9900-706E0CA783EA}" srcOrd="1" destOrd="0" presId="urn:diagrams.loki3.com/BracketList"/>
    <dgm:cxn modelId="{D3A396E6-65EF-4BB0-AEF8-3534F0BCABDC}" type="presParOf" srcId="{4F3B3370-407D-4246-A4C7-8CCAFA995027}" destId="{70E6EC60-CE4B-41C3-8D3B-1B7D9B5CD046}" srcOrd="2" destOrd="0" presId="urn:diagrams.loki3.com/BracketList"/>
    <dgm:cxn modelId="{F44A8792-CE58-4CF9-BF07-3E0103DC0CEC}" type="presParOf" srcId="{4F3B3370-407D-4246-A4C7-8CCAFA995027}" destId="{B39A6430-7979-4C22-BC60-404CD757B998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B1CD948-E94E-43BD-A14A-B716763745E8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217E76F-7A76-44C9-A72A-0B5721F5231C}">
      <dgm:prSet phldrT="[Text]" phldr="0"/>
      <dgm:spPr/>
      <dgm:t>
        <a:bodyPr/>
        <a:lstStyle/>
        <a:p>
          <a:r>
            <a:rPr lang="en-IN" b="1" dirty="0"/>
            <a:t>Performance</a:t>
          </a:r>
        </a:p>
      </dgm:t>
    </dgm:pt>
    <dgm:pt modelId="{367E69AF-4D3A-41CE-AF4C-9A93554BACDD}" type="parTrans" cxnId="{01D06F49-F839-4E24-90FE-9976B76ACAE1}">
      <dgm:prSet/>
      <dgm:spPr/>
      <dgm:t>
        <a:bodyPr/>
        <a:lstStyle/>
        <a:p>
          <a:endParaRPr lang="en-IN"/>
        </a:p>
      </dgm:t>
    </dgm:pt>
    <dgm:pt modelId="{0316BF3C-8041-49BF-BC78-0AEBC65154DE}" type="sibTrans" cxnId="{01D06F49-F839-4E24-90FE-9976B76ACAE1}">
      <dgm:prSet/>
      <dgm:spPr/>
      <dgm:t>
        <a:bodyPr/>
        <a:lstStyle/>
        <a:p>
          <a:endParaRPr lang="en-IN"/>
        </a:p>
      </dgm:t>
    </dgm:pt>
    <dgm:pt modelId="{0A444BDF-1B8E-4E39-90E1-72A7E34430A6}">
      <dgm:prSet phldrT="[Text]" phldr="0"/>
      <dgm:spPr/>
      <dgm:t>
        <a:bodyPr/>
        <a:lstStyle/>
        <a:p>
          <a:r>
            <a:rPr lang="en-IN" dirty="0"/>
            <a:t>Analyzed 5000 e-commerce orders across 1000 customers</a:t>
          </a:r>
        </a:p>
      </dgm:t>
    </dgm:pt>
    <dgm:pt modelId="{6C5FB63F-A118-4BA3-83D4-8C2D824A19F8}" type="parTrans" cxnId="{696B3A43-DB6E-4585-B62A-61A572C783C9}">
      <dgm:prSet/>
      <dgm:spPr/>
      <dgm:t>
        <a:bodyPr/>
        <a:lstStyle/>
        <a:p>
          <a:endParaRPr lang="en-IN"/>
        </a:p>
      </dgm:t>
    </dgm:pt>
    <dgm:pt modelId="{6EFA611E-FC0E-40F3-8AF9-70BE0EE86D17}" type="sibTrans" cxnId="{696B3A43-DB6E-4585-B62A-61A572C783C9}">
      <dgm:prSet/>
      <dgm:spPr/>
      <dgm:t>
        <a:bodyPr/>
        <a:lstStyle/>
        <a:p>
          <a:endParaRPr lang="en-IN"/>
        </a:p>
      </dgm:t>
    </dgm:pt>
    <dgm:pt modelId="{CF3CAE98-02F0-4B0C-92DB-836DE816C463}">
      <dgm:prSet phldrT="[Text]" phldr="0"/>
      <dgm:spPr/>
      <dgm:t>
        <a:bodyPr/>
        <a:lstStyle/>
        <a:p>
          <a:r>
            <a:rPr lang="en-IN" dirty="0"/>
            <a:t>Identified revenue, customer, product and payment trends.</a:t>
          </a:r>
        </a:p>
      </dgm:t>
    </dgm:pt>
    <dgm:pt modelId="{212626EC-5572-4A4A-A864-9FB546F000DF}" type="parTrans" cxnId="{A13956E6-8D67-4B09-AD35-30AA7D974A89}">
      <dgm:prSet/>
      <dgm:spPr/>
      <dgm:t>
        <a:bodyPr/>
        <a:lstStyle/>
        <a:p>
          <a:endParaRPr lang="en-IN"/>
        </a:p>
      </dgm:t>
    </dgm:pt>
    <dgm:pt modelId="{29DA4D71-FF4D-4B41-87DA-9CB9D4460215}" type="sibTrans" cxnId="{A13956E6-8D67-4B09-AD35-30AA7D974A89}">
      <dgm:prSet/>
      <dgm:spPr/>
      <dgm:t>
        <a:bodyPr/>
        <a:lstStyle/>
        <a:p>
          <a:endParaRPr lang="en-IN"/>
        </a:p>
      </dgm:t>
    </dgm:pt>
    <dgm:pt modelId="{98632CFE-7751-4331-BFAE-85659BA21411}">
      <dgm:prSet phldrT="[Text]" phldr="0"/>
      <dgm:spPr/>
      <dgm:t>
        <a:bodyPr/>
        <a:lstStyle/>
        <a:p>
          <a:r>
            <a:rPr lang="en-IN" b="1" dirty="0"/>
            <a:t>Customer Value</a:t>
          </a:r>
        </a:p>
      </dgm:t>
    </dgm:pt>
    <dgm:pt modelId="{6C7B27ED-AED0-443C-B17D-C5CAFE7EFD89}" type="parTrans" cxnId="{ABA879A1-106D-4BAD-8941-67263974BC66}">
      <dgm:prSet/>
      <dgm:spPr/>
      <dgm:t>
        <a:bodyPr/>
        <a:lstStyle/>
        <a:p>
          <a:endParaRPr lang="en-IN"/>
        </a:p>
      </dgm:t>
    </dgm:pt>
    <dgm:pt modelId="{CD7A9830-F9AE-40C0-B721-EA256A523B65}" type="sibTrans" cxnId="{ABA879A1-106D-4BAD-8941-67263974BC66}">
      <dgm:prSet/>
      <dgm:spPr/>
      <dgm:t>
        <a:bodyPr/>
        <a:lstStyle/>
        <a:p>
          <a:endParaRPr lang="en-IN"/>
        </a:p>
      </dgm:t>
    </dgm:pt>
    <dgm:pt modelId="{06A77B33-564E-444B-B606-E41FB79CE12A}">
      <dgm:prSet phldrT="[Text]" phldr="0"/>
      <dgm:spPr/>
      <dgm:t>
        <a:bodyPr/>
        <a:lstStyle/>
        <a:p>
          <a:r>
            <a:rPr lang="en-IN" dirty="0"/>
            <a:t>A small group of high value customers contribute significant revenue.</a:t>
          </a:r>
        </a:p>
      </dgm:t>
    </dgm:pt>
    <dgm:pt modelId="{CBD2756F-0124-4131-9F04-EA0D26CC14D4}" type="parTrans" cxnId="{083D7780-566E-4949-B5CC-E53E7FB200B0}">
      <dgm:prSet/>
      <dgm:spPr/>
      <dgm:t>
        <a:bodyPr/>
        <a:lstStyle/>
        <a:p>
          <a:endParaRPr lang="en-IN"/>
        </a:p>
      </dgm:t>
    </dgm:pt>
    <dgm:pt modelId="{C763AFE1-8D53-48B7-8E15-1435A0D0493C}" type="sibTrans" cxnId="{083D7780-566E-4949-B5CC-E53E7FB200B0}">
      <dgm:prSet/>
      <dgm:spPr/>
      <dgm:t>
        <a:bodyPr/>
        <a:lstStyle/>
        <a:p>
          <a:endParaRPr lang="en-IN"/>
        </a:p>
      </dgm:t>
    </dgm:pt>
    <dgm:pt modelId="{8E62CBD4-B562-4C40-B7AA-EF71F551D7B1}">
      <dgm:prSet phldrT="[Text]" phldr="0"/>
      <dgm:spPr/>
      <dgm:t>
        <a:bodyPr/>
        <a:lstStyle/>
        <a:p>
          <a:r>
            <a:rPr lang="en-IN" b="1" dirty="0"/>
            <a:t>Geographic Performance</a:t>
          </a:r>
        </a:p>
      </dgm:t>
    </dgm:pt>
    <dgm:pt modelId="{5FD90A96-8C98-4D8B-AE51-F738C24175BC}" type="parTrans" cxnId="{D7263F53-DA79-4319-A773-29A031418481}">
      <dgm:prSet/>
      <dgm:spPr/>
      <dgm:t>
        <a:bodyPr/>
        <a:lstStyle/>
        <a:p>
          <a:endParaRPr lang="en-IN"/>
        </a:p>
      </dgm:t>
    </dgm:pt>
    <dgm:pt modelId="{3CDD00C0-87DC-4F83-A581-E5A097122164}" type="sibTrans" cxnId="{D7263F53-DA79-4319-A773-29A031418481}">
      <dgm:prSet/>
      <dgm:spPr/>
      <dgm:t>
        <a:bodyPr/>
        <a:lstStyle/>
        <a:p>
          <a:endParaRPr lang="en-IN"/>
        </a:p>
      </dgm:t>
    </dgm:pt>
    <dgm:pt modelId="{318309A5-016C-470E-A7C4-FD0B92C92511}">
      <dgm:prSet phldrT="[Text]" phldr="0"/>
      <dgm:spPr/>
      <dgm:t>
        <a:bodyPr/>
        <a:lstStyle/>
        <a:p>
          <a:r>
            <a:rPr lang="en-IN" dirty="0"/>
            <a:t>Delhi generated the highest city-level revenue.</a:t>
          </a:r>
        </a:p>
      </dgm:t>
    </dgm:pt>
    <dgm:pt modelId="{911F8D37-6A5E-4535-BF9C-7B46EB593820}" type="parTrans" cxnId="{3A8FE1A6-C208-44FD-900D-47FBB2F51652}">
      <dgm:prSet/>
      <dgm:spPr/>
      <dgm:t>
        <a:bodyPr/>
        <a:lstStyle/>
        <a:p>
          <a:endParaRPr lang="en-IN"/>
        </a:p>
      </dgm:t>
    </dgm:pt>
    <dgm:pt modelId="{2A5FE283-97A4-4580-8D1A-5D21F785E69C}" type="sibTrans" cxnId="{3A8FE1A6-C208-44FD-900D-47FBB2F51652}">
      <dgm:prSet/>
      <dgm:spPr/>
      <dgm:t>
        <a:bodyPr/>
        <a:lstStyle/>
        <a:p>
          <a:endParaRPr lang="en-IN"/>
        </a:p>
      </dgm:t>
    </dgm:pt>
    <dgm:pt modelId="{801FFEA3-7DF7-48C4-87D4-0425FA50A71F}">
      <dgm:prSet phldrT="[Text]" phldr="0"/>
      <dgm:spPr/>
      <dgm:t>
        <a:bodyPr/>
        <a:lstStyle/>
        <a:p>
          <a:r>
            <a:rPr lang="en-IN" dirty="0"/>
            <a:t>Bengaluru generated the second highest city-level revenue.</a:t>
          </a:r>
        </a:p>
      </dgm:t>
    </dgm:pt>
    <dgm:pt modelId="{6B7D20B5-E726-43D7-9E29-12C382BBC4F2}" type="parTrans" cxnId="{4FD33E29-8F91-4651-857E-6719838B3354}">
      <dgm:prSet/>
      <dgm:spPr/>
      <dgm:t>
        <a:bodyPr/>
        <a:lstStyle/>
        <a:p>
          <a:endParaRPr lang="en-IN"/>
        </a:p>
      </dgm:t>
    </dgm:pt>
    <dgm:pt modelId="{F8C25EB9-F640-48BF-99AE-255C09B1FD23}" type="sibTrans" cxnId="{4FD33E29-8F91-4651-857E-6719838B3354}">
      <dgm:prSet/>
      <dgm:spPr/>
      <dgm:t>
        <a:bodyPr/>
        <a:lstStyle/>
        <a:p>
          <a:endParaRPr lang="en-IN"/>
        </a:p>
      </dgm:t>
    </dgm:pt>
    <dgm:pt modelId="{C0106143-DE82-4E52-B9FB-EBD21782C617}">
      <dgm:prSet phldrT="[Text]" phldr="0"/>
      <dgm:spPr/>
      <dgm:t>
        <a:bodyPr/>
        <a:lstStyle/>
        <a:p>
          <a:r>
            <a:rPr lang="en-IN" b="1" dirty="0"/>
            <a:t>Growth Opportunity</a:t>
          </a:r>
        </a:p>
      </dgm:t>
    </dgm:pt>
    <dgm:pt modelId="{35835C26-48DA-4178-AF76-4C6DC51B5C4F}" type="parTrans" cxnId="{F2D3759D-4C14-4703-BFE7-0CA7AAFDDFAA}">
      <dgm:prSet/>
      <dgm:spPr/>
      <dgm:t>
        <a:bodyPr/>
        <a:lstStyle/>
        <a:p>
          <a:endParaRPr lang="en-IN"/>
        </a:p>
      </dgm:t>
    </dgm:pt>
    <dgm:pt modelId="{9FF8734F-20B2-4F28-A489-EF6D894DEF48}" type="sibTrans" cxnId="{F2D3759D-4C14-4703-BFE7-0CA7AAFDDFAA}">
      <dgm:prSet/>
      <dgm:spPr/>
      <dgm:t>
        <a:bodyPr/>
        <a:lstStyle/>
        <a:p>
          <a:endParaRPr lang="en-IN"/>
        </a:p>
      </dgm:t>
    </dgm:pt>
    <dgm:pt modelId="{1E4C4E7B-4FDF-49CC-B243-9E7242B50382}">
      <dgm:prSet phldrT="[Text]" phldr="0"/>
      <dgm:spPr/>
      <dgm:t>
        <a:bodyPr/>
        <a:lstStyle/>
        <a:p>
          <a:r>
            <a:rPr lang="en-IN" dirty="0"/>
            <a:t>The loyalty analysis indicates an opportunity to move Bronze customers toward higher-value loyalty tiers. </a:t>
          </a:r>
        </a:p>
      </dgm:t>
    </dgm:pt>
    <dgm:pt modelId="{BA5C4918-F40B-4FB7-803E-0D8640445D5B}" type="parTrans" cxnId="{6E4E6B02-64E5-43E8-A377-143FFA4E762A}">
      <dgm:prSet/>
      <dgm:spPr/>
      <dgm:t>
        <a:bodyPr/>
        <a:lstStyle/>
        <a:p>
          <a:endParaRPr lang="en-IN"/>
        </a:p>
      </dgm:t>
    </dgm:pt>
    <dgm:pt modelId="{FA2C01CB-34F8-4966-99EF-3F8BCE6E4723}" type="sibTrans" cxnId="{6E4E6B02-64E5-43E8-A377-143FFA4E762A}">
      <dgm:prSet/>
      <dgm:spPr/>
      <dgm:t>
        <a:bodyPr/>
        <a:lstStyle/>
        <a:p>
          <a:endParaRPr lang="en-IN"/>
        </a:p>
      </dgm:t>
    </dgm:pt>
    <dgm:pt modelId="{5915B4FB-7AE6-4D95-A8CF-21432C7BB6E7}">
      <dgm:prSet phldrT="[Text]" phldr="0"/>
      <dgm:spPr/>
      <dgm:t>
        <a:bodyPr/>
        <a:lstStyle/>
        <a:p>
          <a:r>
            <a:rPr lang="en-IN" dirty="0"/>
            <a:t>Creating opportunities for targeted retention and personalization.</a:t>
          </a:r>
        </a:p>
      </dgm:t>
    </dgm:pt>
    <dgm:pt modelId="{290E98A6-6FDA-4282-A229-04D2F1C8C382}" type="parTrans" cxnId="{9132BA4C-BE24-461B-84C2-FA54A0B04A12}">
      <dgm:prSet/>
      <dgm:spPr/>
      <dgm:t>
        <a:bodyPr/>
        <a:lstStyle/>
        <a:p>
          <a:endParaRPr lang="en-IN"/>
        </a:p>
      </dgm:t>
    </dgm:pt>
    <dgm:pt modelId="{0B8A02FC-B2C2-4425-A3E1-2F59BBB2DBFE}" type="sibTrans" cxnId="{9132BA4C-BE24-461B-84C2-FA54A0B04A12}">
      <dgm:prSet/>
      <dgm:spPr/>
      <dgm:t>
        <a:bodyPr/>
        <a:lstStyle/>
        <a:p>
          <a:endParaRPr lang="en-IN"/>
        </a:p>
      </dgm:t>
    </dgm:pt>
    <dgm:pt modelId="{9E987A3B-AF51-46AE-AF29-3B9FEF9BAD5D}" type="pres">
      <dgm:prSet presAssocID="{CB1CD948-E94E-43BD-A14A-B716763745E8}" presName="Name0" presStyleCnt="0">
        <dgm:presLayoutVars>
          <dgm:dir/>
          <dgm:animLvl val="lvl"/>
          <dgm:resizeHandles val="exact"/>
        </dgm:presLayoutVars>
      </dgm:prSet>
      <dgm:spPr/>
    </dgm:pt>
    <dgm:pt modelId="{4A404708-63F0-4C35-95FC-CAE1857A02E4}" type="pres">
      <dgm:prSet presAssocID="{2217E76F-7A76-44C9-A72A-0B5721F5231C}" presName="composite" presStyleCnt="0"/>
      <dgm:spPr/>
    </dgm:pt>
    <dgm:pt modelId="{BCE3B490-15D7-48AF-B172-91F63059817C}" type="pres">
      <dgm:prSet presAssocID="{2217E76F-7A76-44C9-A72A-0B5721F5231C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E060C7E6-CDC8-436C-BE5B-8BE860B5D801}" type="pres">
      <dgm:prSet presAssocID="{2217E76F-7A76-44C9-A72A-0B5721F5231C}" presName="desTx" presStyleLbl="alignAccFollowNode1" presStyleIdx="0" presStyleCnt="4">
        <dgm:presLayoutVars>
          <dgm:bulletEnabled val="1"/>
        </dgm:presLayoutVars>
      </dgm:prSet>
      <dgm:spPr/>
    </dgm:pt>
    <dgm:pt modelId="{CBC400F3-8E29-4AC5-BEB9-6B2A78AF9E73}" type="pres">
      <dgm:prSet presAssocID="{0316BF3C-8041-49BF-BC78-0AEBC65154DE}" presName="space" presStyleCnt="0"/>
      <dgm:spPr/>
    </dgm:pt>
    <dgm:pt modelId="{401A00E7-BE40-4EC1-A4D2-3B1D542EF9A2}" type="pres">
      <dgm:prSet presAssocID="{98632CFE-7751-4331-BFAE-85659BA21411}" presName="composite" presStyleCnt="0"/>
      <dgm:spPr/>
    </dgm:pt>
    <dgm:pt modelId="{CA0D48EA-4B7D-4C18-8241-C72162E9704D}" type="pres">
      <dgm:prSet presAssocID="{98632CFE-7751-4331-BFAE-85659BA21411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DBB28D57-2F04-4E86-9CAF-665048845D5E}" type="pres">
      <dgm:prSet presAssocID="{98632CFE-7751-4331-BFAE-85659BA21411}" presName="desTx" presStyleLbl="alignAccFollowNode1" presStyleIdx="1" presStyleCnt="4">
        <dgm:presLayoutVars>
          <dgm:bulletEnabled val="1"/>
        </dgm:presLayoutVars>
      </dgm:prSet>
      <dgm:spPr/>
    </dgm:pt>
    <dgm:pt modelId="{1BF2D243-77AA-446D-8CA7-003CC1A56EAD}" type="pres">
      <dgm:prSet presAssocID="{CD7A9830-F9AE-40C0-B721-EA256A523B65}" presName="space" presStyleCnt="0"/>
      <dgm:spPr/>
    </dgm:pt>
    <dgm:pt modelId="{43A40D55-3D13-4772-A6F4-3B9C7BE505D5}" type="pres">
      <dgm:prSet presAssocID="{8E62CBD4-B562-4C40-B7AA-EF71F551D7B1}" presName="composite" presStyleCnt="0"/>
      <dgm:spPr/>
    </dgm:pt>
    <dgm:pt modelId="{0166B630-5B52-4C99-8AE7-A6D6872B0060}" type="pres">
      <dgm:prSet presAssocID="{8E62CBD4-B562-4C40-B7AA-EF71F551D7B1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F2A18360-D4D5-413D-854D-3EB1239D3438}" type="pres">
      <dgm:prSet presAssocID="{8E62CBD4-B562-4C40-B7AA-EF71F551D7B1}" presName="desTx" presStyleLbl="alignAccFollowNode1" presStyleIdx="2" presStyleCnt="4">
        <dgm:presLayoutVars>
          <dgm:bulletEnabled val="1"/>
        </dgm:presLayoutVars>
      </dgm:prSet>
      <dgm:spPr/>
    </dgm:pt>
    <dgm:pt modelId="{E1EDAD9B-3FDB-4042-AEAB-DAE861112377}" type="pres">
      <dgm:prSet presAssocID="{3CDD00C0-87DC-4F83-A581-E5A097122164}" presName="space" presStyleCnt="0"/>
      <dgm:spPr/>
    </dgm:pt>
    <dgm:pt modelId="{17311AC2-93BB-4717-A0CC-8F05B2DA8F59}" type="pres">
      <dgm:prSet presAssocID="{C0106143-DE82-4E52-B9FB-EBD21782C617}" presName="composite" presStyleCnt="0"/>
      <dgm:spPr/>
    </dgm:pt>
    <dgm:pt modelId="{E8E4E0D7-3D63-4C99-9F22-EA4BC607D655}" type="pres">
      <dgm:prSet presAssocID="{C0106143-DE82-4E52-B9FB-EBD21782C617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A954DE55-EE8A-4079-B750-9D49C162B4B5}" type="pres">
      <dgm:prSet presAssocID="{C0106143-DE82-4E52-B9FB-EBD21782C617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16B7A200-1FB8-495B-827F-543B19E950CA}" type="presOf" srcId="{801FFEA3-7DF7-48C4-87D4-0425FA50A71F}" destId="{F2A18360-D4D5-413D-854D-3EB1239D3438}" srcOrd="0" destOrd="1" presId="urn:microsoft.com/office/officeart/2005/8/layout/hList1"/>
    <dgm:cxn modelId="{6E4E6B02-64E5-43E8-A377-143FFA4E762A}" srcId="{C0106143-DE82-4E52-B9FB-EBD21782C617}" destId="{1E4C4E7B-4FDF-49CC-B243-9E7242B50382}" srcOrd="0" destOrd="0" parTransId="{BA5C4918-F40B-4FB7-803E-0D8640445D5B}" sibTransId="{FA2C01CB-34F8-4966-99EF-3F8BCE6E4723}"/>
    <dgm:cxn modelId="{EEF56607-F07A-4BA6-9549-EA95F868C163}" type="presOf" srcId="{CB1CD948-E94E-43BD-A14A-B716763745E8}" destId="{9E987A3B-AF51-46AE-AF29-3B9FEF9BAD5D}" srcOrd="0" destOrd="0" presId="urn:microsoft.com/office/officeart/2005/8/layout/hList1"/>
    <dgm:cxn modelId="{4FD33E29-8F91-4651-857E-6719838B3354}" srcId="{8E62CBD4-B562-4C40-B7AA-EF71F551D7B1}" destId="{801FFEA3-7DF7-48C4-87D4-0425FA50A71F}" srcOrd="1" destOrd="0" parTransId="{6B7D20B5-E726-43D7-9E29-12C382BBC4F2}" sibTransId="{F8C25EB9-F640-48BF-99AE-255C09B1FD23}"/>
    <dgm:cxn modelId="{746D182B-A3DC-4C63-8DD3-EC49865BE6A3}" type="presOf" srcId="{98632CFE-7751-4331-BFAE-85659BA21411}" destId="{CA0D48EA-4B7D-4C18-8241-C72162E9704D}" srcOrd="0" destOrd="0" presId="urn:microsoft.com/office/officeart/2005/8/layout/hList1"/>
    <dgm:cxn modelId="{A0114037-492B-45E4-933F-2A37B5F944E4}" type="presOf" srcId="{CF3CAE98-02F0-4B0C-92DB-836DE816C463}" destId="{E060C7E6-CDC8-436C-BE5B-8BE860B5D801}" srcOrd="0" destOrd="1" presId="urn:microsoft.com/office/officeart/2005/8/layout/hList1"/>
    <dgm:cxn modelId="{6C47823C-9091-47FE-A170-ED3978AD5B92}" type="presOf" srcId="{06A77B33-564E-444B-B606-E41FB79CE12A}" destId="{DBB28D57-2F04-4E86-9CAF-665048845D5E}" srcOrd="0" destOrd="0" presId="urn:microsoft.com/office/officeart/2005/8/layout/hList1"/>
    <dgm:cxn modelId="{1B4CFC40-F817-432B-82A0-7595131B3210}" type="presOf" srcId="{2217E76F-7A76-44C9-A72A-0B5721F5231C}" destId="{BCE3B490-15D7-48AF-B172-91F63059817C}" srcOrd="0" destOrd="0" presId="urn:microsoft.com/office/officeart/2005/8/layout/hList1"/>
    <dgm:cxn modelId="{696B3A43-DB6E-4585-B62A-61A572C783C9}" srcId="{2217E76F-7A76-44C9-A72A-0B5721F5231C}" destId="{0A444BDF-1B8E-4E39-90E1-72A7E34430A6}" srcOrd="0" destOrd="0" parTransId="{6C5FB63F-A118-4BA3-83D4-8C2D824A19F8}" sibTransId="{6EFA611E-FC0E-40F3-8AF9-70BE0EE86D17}"/>
    <dgm:cxn modelId="{71D56967-9AB5-495A-99C9-97427DB6856D}" type="presOf" srcId="{8E62CBD4-B562-4C40-B7AA-EF71F551D7B1}" destId="{0166B630-5B52-4C99-8AE7-A6D6872B0060}" srcOrd="0" destOrd="0" presId="urn:microsoft.com/office/officeart/2005/8/layout/hList1"/>
    <dgm:cxn modelId="{01D06F49-F839-4E24-90FE-9976B76ACAE1}" srcId="{CB1CD948-E94E-43BD-A14A-B716763745E8}" destId="{2217E76F-7A76-44C9-A72A-0B5721F5231C}" srcOrd="0" destOrd="0" parTransId="{367E69AF-4D3A-41CE-AF4C-9A93554BACDD}" sibTransId="{0316BF3C-8041-49BF-BC78-0AEBC65154DE}"/>
    <dgm:cxn modelId="{9132BA4C-BE24-461B-84C2-FA54A0B04A12}" srcId="{98632CFE-7751-4331-BFAE-85659BA21411}" destId="{5915B4FB-7AE6-4D95-A8CF-21432C7BB6E7}" srcOrd="1" destOrd="0" parTransId="{290E98A6-6FDA-4282-A229-04D2F1C8C382}" sibTransId="{0B8A02FC-B2C2-4425-A3E1-2F59BBB2DBFE}"/>
    <dgm:cxn modelId="{D7263F53-DA79-4319-A773-29A031418481}" srcId="{CB1CD948-E94E-43BD-A14A-B716763745E8}" destId="{8E62CBD4-B562-4C40-B7AA-EF71F551D7B1}" srcOrd="2" destOrd="0" parTransId="{5FD90A96-8C98-4D8B-AE51-F738C24175BC}" sibTransId="{3CDD00C0-87DC-4F83-A581-E5A097122164}"/>
    <dgm:cxn modelId="{E01FEA77-E5F1-41B4-8CA8-E63EA6D0E225}" type="presOf" srcId="{C0106143-DE82-4E52-B9FB-EBD21782C617}" destId="{E8E4E0D7-3D63-4C99-9F22-EA4BC607D655}" srcOrd="0" destOrd="0" presId="urn:microsoft.com/office/officeart/2005/8/layout/hList1"/>
    <dgm:cxn modelId="{083D7780-566E-4949-B5CC-E53E7FB200B0}" srcId="{98632CFE-7751-4331-BFAE-85659BA21411}" destId="{06A77B33-564E-444B-B606-E41FB79CE12A}" srcOrd="0" destOrd="0" parTransId="{CBD2756F-0124-4131-9F04-EA0D26CC14D4}" sibTransId="{C763AFE1-8D53-48B7-8E15-1435A0D0493C}"/>
    <dgm:cxn modelId="{C2C05F8D-4970-44A5-880B-03D1B51F5409}" type="presOf" srcId="{318309A5-016C-470E-A7C4-FD0B92C92511}" destId="{F2A18360-D4D5-413D-854D-3EB1239D3438}" srcOrd="0" destOrd="0" presId="urn:microsoft.com/office/officeart/2005/8/layout/hList1"/>
    <dgm:cxn modelId="{F2D3759D-4C14-4703-BFE7-0CA7AAFDDFAA}" srcId="{CB1CD948-E94E-43BD-A14A-B716763745E8}" destId="{C0106143-DE82-4E52-B9FB-EBD21782C617}" srcOrd="3" destOrd="0" parTransId="{35835C26-48DA-4178-AF76-4C6DC51B5C4F}" sibTransId="{9FF8734F-20B2-4F28-A489-EF6D894DEF48}"/>
    <dgm:cxn modelId="{ABA879A1-106D-4BAD-8941-67263974BC66}" srcId="{CB1CD948-E94E-43BD-A14A-B716763745E8}" destId="{98632CFE-7751-4331-BFAE-85659BA21411}" srcOrd="1" destOrd="0" parTransId="{6C7B27ED-AED0-443C-B17D-C5CAFE7EFD89}" sibTransId="{CD7A9830-F9AE-40C0-B721-EA256A523B65}"/>
    <dgm:cxn modelId="{FC2494A5-C518-4B4C-BDAA-7FF19310161A}" type="presOf" srcId="{1E4C4E7B-4FDF-49CC-B243-9E7242B50382}" destId="{A954DE55-EE8A-4079-B750-9D49C162B4B5}" srcOrd="0" destOrd="0" presId="urn:microsoft.com/office/officeart/2005/8/layout/hList1"/>
    <dgm:cxn modelId="{3A8FE1A6-C208-44FD-900D-47FBB2F51652}" srcId="{8E62CBD4-B562-4C40-B7AA-EF71F551D7B1}" destId="{318309A5-016C-470E-A7C4-FD0B92C92511}" srcOrd="0" destOrd="0" parTransId="{911F8D37-6A5E-4535-BF9C-7B46EB593820}" sibTransId="{2A5FE283-97A4-4580-8D1A-5D21F785E69C}"/>
    <dgm:cxn modelId="{A00126AF-4887-461B-8442-F7347184FC8E}" type="presOf" srcId="{0A444BDF-1B8E-4E39-90E1-72A7E34430A6}" destId="{E060C7E6-CDC8-436C-BE5B-8BE860B5D801}" srcOrd="0" destOrd="0" presId="urn:microsoft.com/office/officeart/2005/8/layout/hList1"/>
    <dgm:cxn modelId="{A37401CA-0E53-4F35-A721-34CACE77709B}" type="presOf" srcId="{5915B4FB-7AE6-4D95-A8CF-21432C7BB6E7}" destId="{DBB28D57-2F04-4E86-9CAF-665048845D5E}" srcOrd="0" destOrd="1" presId="urn:microsoft.com/office/officeart/2005/8/layout/hList1"/>
    <dgm:cxn modelId="{A13956E6-8D67-4B09-AD35-30AA7D974A89}" srcId="{2217E76F-7A76-44C9-A72A-0B5721F5231C}" destId="{CF3CAE98-02F0-4B0C-92DB-836DE816C463}" srcOrd="1" destOrd="0" parTransId="{212626EC-5572-4A4A-A864-9FB546F000DF}" sibTransId="{29DA4D71-FF4D-4B41-87DA-9CB9D4460215}"/>
    <dgm:cxn modelId="{6AA51817-9F3E-40EE-A527-89C6A7C8A6BE}" type="presParOf" srcId="{9E987A3B-AF51-46AE-AF29-3B9FEF9BAD5D}" destId="{4A404708-63F0-4C35-95FC-CAE1857A02E4}" srcOrd="0" destOrd="0" presId="urn:microsoft.com/office/officeart/2005/8/layout/hList1"/>
    <dgm:cxn modelId="{7A254F97-DE28-478F-A2F9-89C00A73BF2C}" type="presParOf" srcId="{4A404708-63F0-4C35-95FC-CAE1857A02E4}" destId="{BCE3B490-15D7-48AF-B172-91F63059817C}" srcOrd="0" destOrd="0" presId="urn:microsoft.com/office/officeart/2005/8/layout/hList1"/>
    <dgm:cxn modelId="{32C91A42-A376-40B4-91ED-94C0F03A4CA0}" type="presParOf" srcId="{4A404708-63F0-4C35-95FC-CAE1857A02E4}" destId="{E060C7E6-CDC8-436C-BE5B-8BE860B5D801}" srcOrd="1" destOrd="0" presId="urn:microsoft.com/office/officeart/2005/8/layout/hList1"/>
    <dgm:cxn modelId="{2D02908F-11CD-4B92-B678-6A539263DCA0}" type="presParOf" srcId="{9E987A3B-AF51-46AE-AF29-3B9FEF9BAD5D}" destId="{CBC400F3-8E29-4AC5-BEB9-6B2A78AF9E73}" srcOrd="1" destOrd="0" presId="urn:microsoft.com/office/officeart/2005/8/layout/hList1"/>
    <dgm:cxn modelId="{35B971BC-DEE7-448C-B7AF-1344C0A21C0B}" type="presParOf" srcId="{9E987A3B-AF51-46AE-AF29-3B9FEF9BAD5D}" destId="{401A00E7-BE40-4EC1-A4D2-3B1D542EF9A2}" srcOrd="2" destOrd="0" presId="urn:microsoft.com/office/officeart/2005/8/layout/hList1"/>
    <dgm:cxn modelId="{A2870A09-85D3-4963-B9AA-054F1B97E4FA}" type="presParOf" srcId="{401A00E7-BE40-4EC1-A4D2-3B1D542EF9A2}" destId="{CA0D48EA-4B7D-4C18-8241-C72162E9704D}" srcOrd="0" destOrd="0" presId="urn:microsoft.com/office/officeart/2005/8/layout/hList1"/>
    <dgm:cxn modelId="{DD3707F4-1D6A-4CC5-AEE5-CF532BF2E3FA}" type="presParOf" srcId="{401A00E7-BE40-4EC1-A4D2-3B1D542EF9A2}" destId="{DBB28D57-2F04-4E86-9CAF-665048845D5E}" srcOrd="1" destOrd="0" presId="urn:microsoft.com/office/officeart/2005/8/layout/hList1"/>
    <dgm:cxn modelId="{7D331AFA-B7BA-4D31-94D5-7F6F19E9BADE}" type="presParOf" srcId="{9E987A3B-AF51-46AE-AF29-3B9FEF9BAD5D}" destId="{1BF2D243-77AA-446D-8CA7-003CC1A56EAD}" srcOrd="3" destOrd="0" presId="urn:microsoft.com/office/officeart/2005/8/layout/hList1"/>
    <dgm:cxn modelId="{90905D71-A002-43AE-97B6-593166C85531}" type="presParOf" srcId="{9E987A3B-AF51-46AE-AF29-3B9FEF9BAD5D}" destId="{43A40D55-3D13-4772-A6F4-3B9C7BE505D5}" srcOrd="4" destOrd="0" presId="urn:microsoft.com/office/officeart/2005/8/layout/hList1"/>
    <dgm:cxn modelId="{2CF1E442-292F-4649-B27D-7CF085AF55A8}" type="presParOf" srcId="{43A40D55-3D13-4772-A6F4-3B9C7BE505D5}" destId="{0166B630-5B52-4C99-8AE7-A6D6872B0060}" srcOrd="0" destOrd="0" presId="urn:microsoft.com/office/officeart/2005/8/layout/hList1"/>
    <dgm:cxn modelId="{8118AEA2-3FAB-468B-9DD4-96C665A19205}" type="presParOf" srcId="{43A40D55-3D13-4772-A6F4-3B9C7BE505D5}" destId="{F2A18360-D4D5-413D-854D-3EB1239D3438}" srcOrd="1" destOrd="0" presId="urn:microsoft.com/office/officeart/2005/8/layout/hList1"/>
    <dgm:cxn modelId="{C89B8FE5-C785-4D33-9996-D951CE0851FE}" type="presParOf" srcId="{9E987A3B-AF51-46AE-AF29-3B9FEF9BAD5D}" destId="{E1EDAD9B-3FDB-4042-AEAB-DAE861112377}" srcOrd="5" destOrd="0" presId="urn:microsoft.com/office/officeart/2005/8/layout/hList1"/>
    <dgm:cxn modelId="{0869F9C1-EB69-4CDA-AFFB-26B10CAF9EA9}" type="presParOf" srcId="{9E987A3B-AF51-46AE-AF29-3B9FEF9BAD5D}" destId="{17311AC2-93BB-4717-A0CC-8F05B2DA8F59}" srcOrd="6" destOrd="0" presId="urn:microsoft.com/office/officeart/2005/8/layout/hList1"/>
    <dgm:cxn modelId="{F370AC04-6F44-42C1-9D08-70844503911E}" type="presParOf" srcId="{17311AC2-93BB-4717-A0CC-8F05B2DA8F59}" destId="{E8E4E0D7-3D63-4C99-9F22-EA4BC607D655}" srcOrd="0" destOrd="0" presId="urn:microsoft.com/office/officeart/2005/8/layout/hList1"/>
    <dgm:cxn modelId="{99258642-92CB-4D61-9DA9-85ACC93026E7}" type="presParOf" srcId="{17311AC2-93BB-4717-A0CC-8F05B2DA8F59}" destId="{A954DE55-EE8A-4079-B750-9D49C162B4B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4A39315-406C-4762-ACCE-5E162E401C0C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C920211-1D80-4756-B992-FDED707B9FDE}">
      <dgm:prSet phldrT="[Text]" phldr="0"/>
      <dgm:spPr/>
      <dgm:t>
        <a:bodyPr/>
        <a:lstStyle/>
        <a:p>
          <a:pPr algn="l"/>
          <a:r>
            <a:rPr lang="en-IN" b="1" dirty="0"/>
            <a:t>CUSTOMERS</a:t>
          </a:r>
        </a:p>
      </dgm:t>
    </dgm:pt>
    <dgm:pt modelId="{52123B3E-1F3D-4B7D-81E6-7F5BEB738D1F}" type="parTrans" cxnId="{6924272C-DFE1-423B-B4CB-09CDE36871DE}">
      <dgm:prSet/>
      <dgm:spPr/>
      <dgm:t>
        <a:bodyPr/>
        <a:lstStyle/>
        <a:p>
          <a:endParaRPr lang="en-IN"/>
        </a:p>
      </dgm:t>
    </dgm:pt>
    <dgm:pt modelId="{63DAE558-3D34-4A81-A9FE-9FB15671E556}" type="sibTrans" cxnId="{6924272C-DFE1-423B-B4CB-09CDE36871DE}">
      <dgm:prSet/>
      <dgm:spPr/>
      <dgm:t>
        <a:bodyPr/>
        <a:lstStyle/>
        <a:p>
          <a:endParaRPr lang="en-IN"/>
        </a:p>
      </dgm:t>
    </dgm:pt>
    <dgm:pt modelId="{90F3A510-1306-4222-A220-C50BE5F75F37}">
      <dgm:prSet phldrT="[Text]" phldr="0"/>
      <dgm:spPr/>
      <dgm:t>
        <a:bodyPr/>
        <a:lstStyle/>
        <a:p>
          <a:pPr algn="l"/>
          <a:r>
            <a:rPr lang="en-IN" dirty="0"/>
            <a:t>Customer ID, Name, Age, Gender, Signup Date</a:t>
          </a:r>
        </a:p>
      </dgm:t>
    </dgm:pt>
    <dgm:pt modelId="{D33ADF44-056E-412C-9EB9-D8DC35602331}" type="parTrans" cxnId="{2E61F3EB-E836-4944-85BA-72999375FDBF}">
      <dgm:prSet/>
      <dgm:spPr/>
      <dgm:t>
        <a:bodyPr/>
        <a:lstStyle/>
        <a:p>
          <a:endParaRPr lang="en-IN"/>
        </a:p>
      </dgm:t>
    </dgm:pt>
    <dgm:pt modelId="{749C779E-C98B-484A-9361-8F28BF0D5817}" type="sibTrans" cxnId="{2E61F3EB-E836-4944-85BA-72999375FDBF}">
      <dgm:prSet/>
      <dgm:spPr/>
      <dgm:t>
        <a:bodyPr/>
        <a:lstStyle/>
        <a:p>
          <a:endParaRPr lang="en-IN"/>
        </a:p>
      </dgm:t>
    </dgm:pt>
    <dgm:pt modelId="{EF9A8867-EB3D-4B37-9648-389A496F80BA}">
      <dgm:prSet phldrT="[Text]" phldr="0"/>
      <dgm:spPr/>
      <dgm:t>
        <a:bodyPr/>
        <a:lstStyle/>
        <a:p>
          <a:pPr algn="l"/>
          <a:r>
            <a:rPr lang="en-IN" dirty="0"/>
            <a:t>Loyalty Tier, City, State, Country</a:t>
          </a:r>
        </a:p>
      </dgm:t>
    </dgm:pt>
    <dgm:pt modelId="{0E5D968B-FD97-4597-857A-485D6E0AF99E}" type="parTrans" cxnId="{831DD5D4-66FF-4C3D-9755-659A3FA3C8CF}">
      <dgm:prSet/>
      <dgm:spPr/>
      <dgm:t>
        <a:bodyPr/>
        <a:lstStyle/>
        <a:p>
          <a:endParaRPr lang="en-IN"/>
        </a:p>
      </dgm:t>
    </dgm:pt>
    <dgm:pt modelId="{4A50D167-4E89-469D-B147-6E4EA6A8A05A}" type="sibTrans" cxnId="{831DD5D4-66FF-4C3D-9755-659A3FA3C8CF}">
      <dgm:prSet/>
      <dgm:spPr/>
      <dgm:t>
        <a:bodyPr/>
        <a:lstStyle/>
        <a:p>
          <a:endParaRPr lang="en-IN"/>
        </a:p>
      </dgm:t>
    </dgm:pt>
    <dgm:pt modelId="{65711737-B3D1-42BA-8AFF-4AFF5E657252}">
      <dgm:prSet phldrT="[Text]" phldr="0"/>
      <dgm:spPr/>
      <dgm:t>
        <a:bodyPr/>
        <a:lstStyle/>
        <a:p>
          <a:pPr algn="l"/>
          <a:r>
            <a:rPr lang="en-IN" b="1" dirty="0"/>
            <a:t>ORDERS</a:t>
          </a:r>
        </a:p>
      </dgm:t>
    </dgm:pt>
    <dgm:pt modelId="{81D920D0-5285-4C3E-8ADB-3556FB5C00D1}" type="parTrans" cxnId="{2D494D6E-F3B8-4EA6-A2A7-47F016EF1CAC}">
      <dgm:prSet/>
      <dgm:spPr/>
      <dgm:t>
        <a:bodyPr/>
        <a:lstStyle/>
        <a:p>
          <a:endParaRPr lang="en-IN"/>
        </a:p>
      </dgm:t>
    </dgm:pt>
    <dgm:pt modelId="{23477DEE-4D75-42CD-BB92-53D03D0D8BD2}" type="sibTrans" cxnId="{2D494D6E-F3B8-4EA6-A2A7-47F016EF1CAC}">
      <dgm:prSet/>
      <dgm:spPr/>
      <dgm:t>
        <a:bodyPr/>
        <a:lstStyle/>
        <a:p>
          <a:endParaRPr lang="en-IN"/>
        </a:p>
      </dgm:t>
    </dgm:pt>
    <dgm:pt modelId="{FDC5C716-BDC0-4FEB-B68E-FAC56210ED29}">
      <dgm:prSet phldrT="[Text]" phldr="0"/>
      <dgm:spPr/>
      <dgm:t>
        <a:bodyPr/>
        <a:lstStyle/>
        <a:p>
          <a:pPr algn="l"/>
          <a:r>
            <a:rPr lang="en-IN" dirty="0"/>
            <a:t>Order Id, Customer ID, Order Date, Product category, Order Status, Shipping Method </a:t>
          </a:r>
        </a:p>
      </dgm:t>
    </dgm:pt>
    <dgm:pt modelId="{43F71AD0-8485-4E15-B7AC-CD0E84342C47}" type="parTrans" cxnId="{50941728-0965-430E-A890-F73F9B5AA3B3}">
      <dgm:prSet/>
      <dgm:spPr/>
      <dgm:t>
        <a:bodyPr/>
        <a:lstStyle/>
        <a:p>
          <a:endParaRPr lang="en-IN"/>
        </a:p>
      </dgm:t>
    </dgm:pt>
    <dgm:pt modelId="{876B6B91-2D97-4C46-9326-BB699B16F34A}" type="sibTrans" cxnId="{50941728-0965-430E-A890-F73F9B5AA3B3}">
      <dgm:prSet/>
      <dgm:spPr/>
      <dgm:t>
        <a:bodyPr/>
        <a:lstStyle/>
        <a:p>
          <a:endParaRPr lang="en-IN"/>
        </a:p>
      </dgm:t>
    </dgm:pt>
    <dgm:pt modelId="{92E3A13F-4CBD-4B99-947A-155240FBE0D7}">
      <dgm:prSet phldrT="[Text]" phldr="0"/>
      <dgm:spPr/>
      <dgm:t>
        <a:bodyPr/>
        <a:lstStyle/>
        <a:p>
          <a:pPr algn="l"/>
          <a:r>
            <a:rPr lang="en-IN" dirty="0"/>
            <a:t>Product name, Quantity, Unit Price, Discount, Subtotal, Shipping Cost, Tax, Payment Method,</a:t>
          </a:r>
        </a:p>
      </dgm:t>
    </dgm:pt>
    <dgm:pt modelId="{3DA90E54-B53A-49CF-B61C-01A1D9648309}" type="parTrans" cxnId="{AC6B8EA1-DD9E-4698-8E4F-E8A15DFBC56E}">
      <dgm:prSet/>
      <dgm:spPr/>
      <dgm:t>
        <a:bodyPr/>
        <a:lstStyle/>
        <a:p>
          <a:endParaRPr lang="en-IN"/>
        </a:p>
      </dgm:t>
    </dgm:pt>
    <dgm:pt modelId="{1F1E6741-6E72-4483-B421-585EA53AD36E}" type="sibTrans" cxnId="{AC6B8EA1-DD9E-4698-8E4F-E8A15DFBC56E}">
      <dgm:prSet/>
      <dgm:spPr/>
      <dgm:t>
        <a:bodyPr/>
        <a:lstStyle/>
        <a:p>
          <a:endParaRPr lang="en-IN"/>
        </a:p>
      </dgm:t>
    </dgm:pt>
    <dgm:pt modelId="{EE400439-8971-494A-A450-B4B5A7FDDFA8}">
      <dgm:prSet phldrT="[Text]" phldr="0"/>
      <dgm:spPr/>
      <dgm:t>
        <a:bodyPr/>
        <a:lstStyle/>
        <a:p>
          <a:pPr algn="l"/>
          <a:r>
            <a:rPr lang="en-IN" b="1" dirty="0"/>
            <a:t>RELATIONSHIP</a:t>
          </a:r>
        </a:p>
      </dgm:t>
    </dgm:pt>
    <dgm:pt modelId="{4E83351A-5235-4E45-8A82-6A0C4C6BF729}" type="parTrans" cxnId="{82D8CC05-8382-42B3-BAFC-02F3C011D26B}">
      <dgm:prSet/>
      <dgm:spPr/>
      <dgm:t>
        <a:bodyPr/>
        <a:lstStyle/>
        <a:p>
          <a:endParaRPr lang="en-IN"/>
        </a:p>
      </dgm:t>
    </dgm:pt>
    <dgm:pt modelId="{BEBEF9F0-8D32-4C9C-B753-FA0B8C4BBB32}" type="sibTrans" cxnId="{82D8CC05-8382-42B3-BAFC-02F3C011D26B}">
      <dgm:prSet/>
      <dgm:spPr/>
      <dgm:t>
        <a:bodyPr/>
        <a:lstStyle/>
        <a:p>
          <a:endParaRPr lang="en-IN"/>
        </a:p>
      </dgm:t>
    </dgm:pt>
    <dgm:pt modelId="{2257F39E-48C2-4108-9EC9-EF45F06AC29E}">
      <dgm:prSet phldrT="[Text]" phldr="0"/>
      <dgm:spPr/>
      <dgm:t>
        <a:bodyPr/>
        <a:lstStyle/>
        <a:p>
          <a:pPr algn="l"/>
          <a:r>
            <a:rPr lang="en-IN" dirty="0"/>
            <a:t>Customers to Orders: </a:t>
          </a:r>
          <a:r>
            <a:rPr lang="en-IN" u="none" dirty="0"/>
            <a:t>customer-id </a:t>
          </a:r>
          <a:r>
            <a:rPr lang="en-IN" dirty="0"/>
            <a:t>is Common Column</a:t>
          </a:r>
        </a:p>
      </dgm:t>
    </dgm:pt>
    <dgm:pt modelId="{C626664F-B738-4D6D-B737-A00BB5E6D772}" type="parTrans" cxnId="{42235825-FA57-4B16-BE1C-91D31B54C102}">
      <dgm:prSet/>
      <dgm:spPr/>
      <dgm:t>
        <a:bodyPr/>
        <a:lstStyle/>
        <a:p>
          <a:endParaRPr lang="en-IN"/>
        </a:p>
      </dgm:t>
    </dgm:pt>
    <dgm:pt modelId="{7CF8B728-1D23-4D6F-BDB0-F8F1D10F5850}" type="sibTrans" cxnId="{42235825-FA57-4B16-BE1C-91D31B54C102}">
      <dgm:prSet/>
      <dgm:spPr/>
      <dgm:t>
        <a:bodyPr/>
        <a:lstStyle/>
        <a:p>
          <a:endParaRPr lang="en-IN"/>
        </a:p>
      </dgm:t>
    </dgm:pt>
    <dgm:pt modelId="{E4280AD8-1C09-4680-9F29-7E3C3913CFC1}">
      <dgm:prSet phldrT="[Text]" phldr="0"/>
      <dgm:spPr/>
      <dgm:t>
        <a:bodyPr/>
        <a:lstStyle/>
        <a:p>
          <a:pPr algn="l"/>
          <a:r>
            <a:rPr lang="en-IN" dirty="0"/>
            <a:t>It connects customers with their corresponding orders, enabling customer-level and transaction-level analysis.</a:t>
          </a:r>
        </a:p>
      </dgm:t>
    </dgm:pt>
    <dgm:pt modelId="{8DB3CFE2-D779-46C9-B22F-3F71C43BF9F9}" type="parTrans" cxnId="{C58BDA9F-F4B4-42E2-94AE-25DF402862EF}">
      <dgm:prSet/>
      <dgm:spPr/>
      <dgm:t>
        <a:bodyPr/>
        <a:lstStyle/>
        <a:p>
          <a:endParaRPr lang="en-IN"/>
        </a:p>
      </dgm:t>
    </dgm:pt>
    <dgm:pt modelId="{A16A3E41-8C0D-4475-A064-77C3C5AE0B00}" type="sibTrans" cxnId="{C58BDA9F-F4B4-42E2-94AE-25DF402862EF}">
      <dgm:prSet/>
      <dgm:spPr/>
      <dgm:t>
        <a:bodyPr/>
        <a:lstStyle/>
        <a:p>
          <a:endParaRPr lang="en-IN"/>
        </a:p>
      </dgm:t>
    </dgm:pt>
    <dgm:pt modelId="{79377E5D-FB5D-409D-98DF-70A67330D1F1}" type="pres">
      <dgm:prSet presAssocID="{E4A39315-406C-4762-ACCE-5E162E401C0C}" presName="linear" presStyleCnt="0">
        <dgm:presLayoutVars>
          <dgm:dir/>
          <dgm:resizeHandles val="exact"/>
        </dgm:presLayoutVars>
      </dgm:prSet>
      <dgm:spPr/>
    </dgm:pt>
    <dgm:pt modelId="{07C3937F-7FD8-48D2-AB86-9CE13381F2FC}" type="pres">
      <dgm:prSet presAssocID="{8C920211-1D80-4756-B992-FDED707B9FDE}" presName="comp" presStyleCnt="0"/>
      <dgm:spPr/>
    </dgm:pt>
    <dgm:pt modelId="{ECB099F3-DF0D-4D5A-AD25-0674D72DBB29}" type="pres">
      <dgm:prSet presAssocID="{8C920211-1D80-4756-B992-FDED707B9FDE}" presName="box" presStyleLbl="node1" presStyleIdx="0" presStyleCnt="3"/>
      <dgm:spPr/>
    </dgm:pt>
    <dgm:pt modelId="{64789EBC-C4B6-4462-A81A-1990E7F2EC5D}" type="pres">
      <dgm:prSet presAssocID="{8C920211-1D80-4756-B992-FDED707B9FDE}" presName="img" presStyleLbl="fgImgPlac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10000" b="-10000"/>
          </a:stretch>
        </a:blipFill>
      </dgm:spPr>
      <dgm:extLst>
        <a:ext uri="{E40237B7-FDA0-4F09-8148-C483321AD2D9}">
          <dgm14:cNvPr xmlns:dgm14="http://schemas.microsoft.com/office/drawing/2010/diagram" id="0" name="" descr="Universal Access"/>
        </a:ext>
      </dgm:extLst>
    </dgm:pt>
    <dgm:pt modelId="{4F8AB932-2A52-437E-903C-D3F2612939DF}" type="pres">
      <dgm:prSet presAssocID="{8C920211-1D80-4756-B992-FDED707B9FDE}" presName="text" presStyleLbl="node1" presStyleIdx="0" presStyleCnt="3">
        <dgm:presLayoutVars>
          <dgm:bulletEnabled val="1"/>
        </dgm:presLayoutVars>
      </dgm:prSet>
      <dgm:spPr/>
    </dgm:pt>
    <dgm:pt modelId="{214A12E7-3B45-4736-96D2-DFD890CA0339}" type="pres">
      <dgm:prSet presAssocID="{63DAE558-3D34-4A81-A9FE-9FB15671E556}" presName="spacer" presStyleCnt="0"/>
      <dgm:spPr/>
    </dgm:pt>
    <dgm:pt modelId="{8BCB61A9-A9A8-440B-95F9-3556408B2D89}" type="pres">
      <dgm:prSet presAssocID="{65711737-B3D1-42BA-8AFF-4AFF5E657252}" presName="comp" presStyleCnt="0"/>
      <dgm:spPr/>
    </dgm:pt>
    <dgm:pt modelId="{0263A76B-FBD4-4296-81C8-DB084C1D6EEF}" type="pres">
      <dgm:prSet presAssocID="{65711737-B3D1-42BA-8AFF-4AFF5E657252}" presName="box" presStyleLbl="node1" presStyleIdx="1" presStyleCnt="3"/>
      <dgm:spPr/>
    </dgm:pt>
    <dgm:pt modelId="{8B96F527-0538-4BAC-B35D-C4BE30F3EA97}" type="pres">
      <dgm:prSet presAssocID="{65711737-B3D1-42BA-8AFF-4AFF5E657252}" presName="img" presStyleLbl="fgImgPlac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10000" b="-10000"/>
          </a:stretch>
        </a:blipFill>
      </dgm:spPr>
      <dgm:extLst>
        <a:ext uri="{E40237B7-FDA0-4F09-8148-C483321AD2D9}">
          <dgm14:cNvPr xmlns:dgm14="http://schemas.microsoft.com/office/drawing/2010/diagram" id="0" name="" descr="Speaker Phone"/>
        </a:ext>
      </dgm:extLst>
    </dgm:pt>
    <dgm:pt modelId="{ED4CC9B3-4674-452F-806B-934D797D73CF}" type="pres">
      <dgm:prSet presAssocID="{65711737-B3D1-42BA-8AFF-4AFF5E657252}" presName="text" presStyleLbl="node1" presStyleIdx="1" presStyleCnt="3">
        <dgm:presLayoutVars>
          <dgm:bulletEnabled val="1"/>
        </dgm:presLayoutVars>
      </dgm:prSet>
      <dgm:spPr/>
    </dgm:pt>
    <dgm:pt modelId="{1BF19F31-64B1-4E7C-BDC2-1208D2DED430}" type="pres">
      <dgm:prSet presAssocID="{23477DEE-4D75-42CD-BB92-53D03D0D8BD2}" presName="spacer" presStyleCnt="0"/>
      <dgm:spPr/>
    </dgm:pt>
    <dgm:pt modelId="{2F37B27D-984A-45EC-959F-B49A2225E93C}" type="pres">
      <dgm:prSet presAssocID="{EE400439-8971-494A-A450-B4B5A7FDDFA8}" presName="comp" presStyleCnt="0"/>
      <dgm:spPr/>
    </dgm:pt>
    <dgm:pt modelId="{7B6FFA0A-0DA0-416E-9C7D-853506FA988B}" type="pres">
      <dgm:prSet presAssocID="{EE400439-8971-494A-A450-B4B5A7FDDFA8}" presName="box" presStyleLbl="node1" presStyleIdx="2" presStyleCnt="3"/>
      <dgm:spPr/>
    </dgm:pt>
    <dgm:pt modelId="{DCDFCB69-7CBC-4138-9593-622190F7093E}" type="pres">
      <dgm:prSet presAssocID="{EE400439-8971-494A-A450-B4B5A7FDDFA8}" presName="img" presStyleLbl="fgImgPlac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t="-10000" b="-10000"/>
          </a:stretch>
        </a:blipFill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1DA6DF9D-4C6A-4C5E-9FAE-4A655A7BA2E5}" type="pres">
      <dgm:prSet presAssocID="{EE400439-8971-494A-A450-B4B5A7FDDFA8}" presName="text" presStyleLbl="node1" presStyleIdx="2" presStyleCnt="3">
        <dgm:presLayoutVars>
          <dgm:bulletEnabled val="1"/>
        </dgm:presLayoutVars>
      </dgm:prSet>
      <dgm:spPr/>
    </dgm:pt>
  </dgm:ptLst>
  <dgm:cxnLst>
    <dgm:cxn modelId="{29A54900-E852-4608-B701-C4129B305630}" type="presOf" srcId="{90F3A510-1306-4222-A220-C50BE5F75F37}" destId="{ECB099F3-DF0D-4D5A-AD25-0674D72DBB29}" srcOrd="0" destOrd="1" presId="urn:microsoft.com/office/officeart/2005/8/layout/vList4"/>
    <dgm:cxn modelId="{82D8CC05-8382-42B3-BAFC-02F3C011D26B}" srcId="{E4A39315-406C-4762-ACCE-5E162E401C0C}" destId="{EE400439-8971-494A-A450-B4B5A7FDDFA8}" srcOrd="2" destOrd="0" parTransId="{4E83351A-5235-4E45-8A82-6A0C4C6BF729}" sibTransId="{BEBEF9F0-8D32-4C9C-B753-FA0B8C4BBB32}"/>
    <dgm:cxn modelId="{42235825-FA57-4B16-BE1C-91D31B54C102}" srcId="{EE400439-8971-494A-A450-B4B5A7FDDFA8}" destId="{2257F39E-48C2-4108-9EC9-EF45F06AC29E}" srcOrd="0" destOrd="0" parTransId="{C626664F-B738-4D6D-B737-A00BB5E6D772}" sibTransId="{7CF8B728-1D23-4D6F-BDB0-F8F1D10F5850}"/>
    <dgm:cxn modelId="{50941728-0965-430E-A890-F73F9B5AA3B3}" srcId="{65711737-B3D1-42BA-8AFF-4AFF5E657252}" destId="{FDC5C716-BDC0-4FEB-B68E-FAC56210ED29}" srcOrd="0" destOrd="0" parTransId="{43F71AD0-8485-4E15-B7AC-CD0E84342C47}" sibTransId="{876B6B91-2D97-4C46-9326-BB699B16F34A}"/>
    <dgm:cxn modelId="{6924272C-DFE1-423B-B4CB-09CDE36871DE}" srcId="{E4A39315-406C-4762-ACCE-5E162E401C0C}" destId="{8C920211-1D80-4756-B992-FDED707B9FDE}" srcOrd="0" destOrd="0" parTransId="{52123B3E-1F3D-4B7D-81E6-7F5BEB738D1F}" sibTransId="{63DAE558-3D34-4A81-A9FE-9FB15671E556}"/>
    <dgm:cxn modelId="{02AB452F-4ED5-403F-81F6-844AA75E825C}" type="presOf" srcId="{EE400439-8971-494A-A450-B4B5A7FDDFA8}" destId="{1DA6DF9D-4C6A-4C5E-9FAE-4A655A7BA2E5}" srcOrd="1" destOrd="0" presId="urn:microsoft.com/office/officeart/2005/8/layout/vList4"/>
    <dgm:cxn modelId="{8962CF2F-748D-4FAB-B68B-6117AE2D69F6}" type="presOf" srcId="{EF9A8867-EB3D-4B37-9648-389A496F80BA}" destId="{ECB099F3-DF0D-4D5A-AD25-0674D72DBB29}" srcOrd="0" destOrd="2" presId="urn:microsoft.com/office/officeart/2005/8/layout/vList4"/>
    <dgm:cxn modelId="{55F5E12F-97C8-4D12-9AB6-FC21266C988A}" type="presOf" srcId="{8C920211-1D80-4756-B992-FDED707B9FDE}" destId="{ECB099F3-DF0D-4D5A-AD25-0674D72DBB29}" srcOrd="0" destOrd="0" presId="urn:microsoft.com/office/officeart/2005/8/layout/vList4"/>
    <dgm:cxn modelId="{2CF91E5B-E91B-4B1B-9AD1-289460F1CC3B}" type="presOf" srcId="{EE400439-8971-494A-A450-B4B5A7FDDFA8}" destId="{7B6FFA0A-0DA0-416E-9C7D-853506FA988B}" srcOrd="0" destOrd="0" presId="urn:microsoft.com/office/officeart/2005/8/layout/vList4"/>
    <dgm:cxn modelId="{0F586E6A-023B-4BC2-9005-E0C84B551F48}" type="presOf" srcId="{FDC5C716-BDC0-4FEB-B68E-FAC56210ED29}" destId="{0263A76B-FBD4-4296-81C8-DB084C1D6EEF}" srcOrd="0" destOrd="1" presId="urn:microsoft.com/office/officeart/2005/8/layout/vList4"/>
    <dgm:cxn modelId="{2D494D6E-F3B8-4EA6-A2A7-47F016EF1CAC}" srcId="{E4A39315-406C-4762-ACCE-5E162E401C0C}" destId="{65711737-B3D1-42BA-8AFF-4AFF5E657252}" srcOrd="1" destOrd="0" parTransId="{81D920D0-5285-4C3E-8ADB-3556FB5C00D1}" sibTransId="{23477DEE-4D75-42CD-BB92-53D03D0D8BD2}"/>
    <dgm:cxn modelId="{E2BC4E59-37C3-48DE-8667-2516A141D971}" type="presOf" srcId="{2257F39E-48C2-4108-9EC9-EF45F06AC29E}" destId="{1DA6DF9D-4C6A-4C5E-9FAE-4A655A7BA2E5}" srcOrd="1" destOrd="1" presId="urn:microsoft.com/office/officeart/2005/8/layout/vList4"/>
    <dgm:cxn modelId="{CA1DAB7B-6C05-44DB-95A5-BBA6B806E115}" type="presOf" srcId="{65711737-B3D1-42BA-8AFF-4AFF5E657252}" destId="{ED4CC9B3-4674-452F-806B-934D797D73CF}" srcOrd="1" destOrd="0" presId="urn:microsoft.com/office/officeart/2005/8/layout/vList4"/>
    <dgm:cxn modelId="{AA8E7382-B8FA-49E2-A504-75F061DDC44B}" type="presOf" srcId="{90F3A510-1306-4222-A220-C50BE5F75F37}" destId="{4F8AB932-2A52-437E-903C-D3F2612939DF}" srcOrd="1" destOrd="1" presId="urn:microsoft.com/office/officeart/2005/8/layout/vList4"/>
    <dgm:cxn modelId="{AD616287-C169-434F-9314-F4827F4CCF90}" type="presOf" srcId="{65711737-B3D1-42BA-8AFF-4AFF5E657252}" destId="{0263A76B-FBD4-4296-81C8-DB084C1D6EEF}" srcOrd="0" destOrd="0" presId="urn:microsoft.com/office/officeart/2005/8/layout/vList4"/>
    <dgm:cxn modelId="{AABB378A-01B9-4F35-AAEC-8BFEBC7196C4}" type="presOf" srcId="{E4280AD8-1C09-4680-9F29-7E3C3913CFC1}" destId="{7B6FFA0A-0DA0-416E-9C7D-853506FA988B}" srcOrd="0" destOrd="2" presId="urn:microsoft.com/office/officeart/2005/8/layout/vList4"/>
    <dgm:cxn modelId="{E39A698A-8946-4E0D-86FD-B504FA17B5BA}" type="presOf" srcId="{EF9A8867-EB3D-4B37-9648-389A496F80BA}" destId="{4F8AB932-2A52-437E-903C-D3F2612939DF}" srcOrd="1" destOrd="2" presId="urn:microsoft.com/office/officeart/2005/8/layout/vList4"/>
    <dgm:cxn modelId="{96E8FF95-173C-4FCF-94A3-FBB123D065F3}" type="presOf" srcId="{92E3A13F-4CBD-4B99-947A-155240FBE0D7}" destId="{ED4CC9B3-4674-452F-806B-934D797D73CF}" srcOrd="1" destOrd="2" presId="urn:microsoft.com/office/officeart/2005/8/layout/vList4"/>
    <dgm:cxn modelId="{C58BDA9F-F4B4-42E2-94AE-25DF402862EF}" srcId="{EE400439-8971-494A-A450-B4B5A7FDDFA8}" destId="{E4280AD8-1C09-4680-9F29-7E3C3913CFC1}" srcOrd="1" destOrd="0" parTransId="{8DB3CFE2-D779-46C9-B22F-3F71C43BF9F9}" sibTransId="{A16A3E41-8C0D-4475-A064-77C3C5AE0B00}"/>
    <dgm:cxn modelId="{AC6B8EA1-DD9E-4698-8E4F-E8A15DFBC56E}" srcId="{65711737-B3D1-42BA-8AFF-4AFF5E657252}" destId="{92E3A13F-4CBD-4B99-947A-155240FBE0D7}" srcOrd="1" destOrd="0" parTransId="{3DA90E54-B53A-49CF-B61C-01A1D9648309}" sibTransId="{1F1E6741-6E72-4483-B421-585EA53AD36E}"/>
    <dgm:cxn modelId="{588695C8-F0AF-494E-8B08-1A16CC57332D}" type="presOf" srcId="{E4A39315-406C-4762-ACCE-5E162E401C0C}" destId="{79377E5D-FB5D-409D-98DF-70A67330D1F1}" srcOrd="0" destOrd="0" presId="urn:microsoft.com/office/officeart/2005/8/layout/vList4"/>
    <dgm:cxn modelId="{831DD5D4-66FF-4C3D-9755-659A3FA3C8CF}" srcId="{8C920211-1D80-4756-B992-FDED707B9FDE}" destId="{EF9A8867-EB3D-4B37-9648-389A496F80BA}" srcOrd="1" destOrd="0" parTransId="{0E5D968B-FD97-4597-857A-485D6E0AF99E}" sibTransId="{4A50D167-4E89-469D-B147-6E4EA6A8A05A}"/>
    <dgm:cxn modelId="{48849FDE-201B-493A-B1FD-E27624288ACC}" type="presOf" srcId="{92E3A13F-4CBD-4B99-947A-155240FBE0D7}" destId="{0263A76B-FBD4-4296-81C8-DB084C1D6EEF}" srcOrd="0" destOrd="2" presId="urn:microsoft.com/office/officeart/2005/8/layout/vList4"/>
    <dgm:cxn modelId="{528DE8E2-EB59-4D13-B748-0D79D28F91F3}" type="presOf" srcId="{FDC5C716-BDC0-4FEB-B68E-FAC56210ED29}" destId="{ED4CC9B3-4674-452F-806B-934D797D73CF}" srcOrd="1" destOrd="1" presId="urn:microsoft.com/office/officeart/2005/8/layout/vList4"/>
    <dgm:cxn modelId="{D8F414E7-0181-4084-887F-42F9E5518074}" type="presOf" srcId="{E4280AD8-1C09-4680-9F29-7E3C3913CFC1}" destId="{1DA6DF9D-4C6A-4C5E-9FAE-4A655A7BA2E5}" srcOrd="1" destOrd="2" presId="urn:microsoft.com/office/officeart/2005/8/layout/vList4"/>
    <dgm:cxn modelId="{2E61F3EB-E836-4944-85BA-72999375FDBF}" srcId="{8C920211-1D80-4756-B992-FDED707B9FDE}" destId="{90F3A510-1306-4222-A220-C50BE5F75F37}" srcOrd="0" destOrd="0" parTransId="{D33ADF44-056E-412C-9EB9-D8DC35602331}" sibTransId="{749C779E-C98B-484A-9361-8F28BF0D5817}"/>
    <dgm:cxn modelId="{F47393F5-680B-4E61-A3B9-DF47831149FF}" type="presOf" srcId="{8C920211-1D80-4756-B992-FDED707B9FDE}" destId="{4F8AB932-2A52-437E-903C-D3F2612939DF}" srcOrd="1" destOrd="0" presId="urn:microsoft.com/office/officeart/2005/8/layout/vList4"/>
    <dgm:cxn modelId="{E03702F7-A377-44FD-84FC-A48E61F38945}" type="presOf" srcId="{2257F39E-48C2-4108-9EC9-EF45F06AC29E}" destId="{7B6FFA0A-0DA0-416E-9C7D-853506FA988B}" srcOrd="0" destOrd="1" presId="urn:microsoft.com/office/officeart/2005/8/layout/vList4"/>
    <dgm:cxn modelId="{A54FC86F-A1B0-42B6-8AF6-CB9337E3BD28}" type="presParOf" srcId="{79377E5D-FB5D-409D-98DF-70A67330D1F1}" destId="{07C3937F-7FD8-48D2-AB86-9CE13381F2FC}" srcOrd="0" destOrd="0" presId="urn:microsoft.com/office/officeart/2005/8/layout/vList4"/>
    <dgm:cxn modelId="{0D807073-CC2C-4C91-BDA8-DD6CB4A8AC09}" type="presParOf" srcId="{07C3937F-7FD8-48D2-AB86-9CE13381F2FC}" destId="{ECB099F3-DF0D-4D5A-AD25-0674D72DBB29}" srcOrd="0" destOrd="0" presId="urn:microsoft.com/office/officeart/2005/8/layout/vList4"/>
    <dgm:cxn modelId="{4C3845D4-5812-4BC5-A294-B0F6EE0C99C1}" type="presParOf" srcId="{07C3937F-7FD8-48D2-AB86-9CE13381F2FC}" destId="{64789EBC-C4B6-4462-A81A-1990E7F2EC5D}" srcOrd="1" destOrd="0" presId="urn:microsoft.com/office/officeart/2005/8/layout/vList4"/>
    <dgm:cxn modelId="{41FE95FA-BAA8-414A-BBF7-880CD3ABA0FB}" type="presParOf" srcId="{07C3937F-7FD8-48D2-AB86-9CE13381F2FC}" destId="{4F8AB932-2A52-437E-903C-D3F2612939DF}" srcOrd="2" destOrd="0" presId="urn:microsoft.com/office/officeart/2005/8/layout/vList4"/>
    <dgm:cxn modelId="{71F7E0F2-31A7-4BC1-BD20-4BC1C4B28B18}" type="presParOf" srcId="{79377E5D-FB5D-409D-98DF-70A67330D1F1}" destId="{214A12E7-3B45-4736-96D2-DFD890CA0339}" srcOrd="1" destOrd="0" presId="urn:microsoft.com/office/officeart/2005/8/layout/vList4"/>
    <dgm:cxn modelId="{4B8B61E9-07ED-49A0-92D1-FFD6F26EB26D}" type="presParOf" srcId="{79377E5D-FB5D-409D-98DF-70A67330D1F1}" destId="{8BCB61A9-A9A8-440B-95F9-3556408B2D89}" srcOrd="2" destOrd="0" presId="urn:microsoft.com/office/officeart/2005/8/layout/vList4"/>
    <dgm:cxn modelId="{E8652FF0-380B-43D8-9ED6-88802A89F518}" type="presParOf" srcId="{8BCB61A9-A9A8-440B-95F9-3556408B2D89}" destId="{0263A76B-FBD4-4296-81C8-DB084C1D6EEF}" srcOrd="0" destOrd="0" presId="urn:microsoft.com/office/officeart/2005/8/layout/vList4"/>
    <dgm:cxn modelId="{303A07CD-53CC-43A0-955B-C00100976B06}" type="presParOf" srcId="{8BCB61A9-A9A8-440B-95F9-3556408B2D89}" destId="{8B96F527-0538-4BAC-B35D-C4BE30F3EA97}" srcOrd="1" destOrd="0" presId="urn:microsoft.com/office/officeart/2005/8/layout/vList4"/>
    <dgm:cxn modelId="{B3CBDA04-1AA2-4735-8174-2B70675AC31D}" type="presParOf" srcId="{8BCB61A9-A9A8-440B-95F9-3556408B2D89}" destId="{ED4CC9B3-4674-452F-806B-934D797D73CF}" srcOrd="2" destOrd="0" presId="urn:microsoft.com/office/officeart/2005/8/layout/vList4"/>
    <dgm:cxn modelId="{A4C09CC4-036D-448A-8E46-6AB13E8AC0A8}" type="presParOf" srcId="{79377E5D-FB5D-409D-98DF-70A67330D1F1}" destId="{1BF19F31-64B1-4E7C-BDC2-1208D2DED430}" srcOrd="3" destOrd="0" presId="urn:microsoft.com/office/officeart/2005/8/layout/vList4"/>
    <dgm:cxn modelId="{B84FAB47-4E53-4647-B159-256816A1E50E}" type="presParOf" srcId="{79377E5D-FB5D-409D-98DF-70A67330D1F1}" destId="{2F37B27D-984A-45EC-959F-B49A2225E93C}" srcOrd="4" destOrd="0" presId="urn:microsoft.com/office/officeart/2005/8/layout/vList4"/>
    <dgm:cxn modelId="{A5BADF16-844B-4208-B69C-B6409B13E4DC}" type="presParOf" srcId="{2F37B27D-984A-45EC-959F-B49A2225E93C}" destId="{7B6FFA0A-0DA0-416E-9C7D-853506FA988B}" srcOrd="0" destOrd="0" presId="urn:microsoft.com/office/officeart/2005/8/layout/vList4"/>
    <dgm:cxn modelId="{5A1B3C85-BF00-4897-A8BA-11EE38628F52}" type="presParOf" srcId="{2F37B27D-984A-45EC-959F-B49A2225E93C}" destId="{DCDFCB69-7CBC-4138-9593-622190F7093E}" srcOrd="1" destOrd="0" presId="urn:microsoft.com/office/officeart/2005/8/layout/vList4"/>
    <dgm:cxn modelId="{EB30A871-AD69-4789-85F4-E3E57B5FF73D}" type="presParOf" srcId="{2F37B27D-984A-45EC-959F-B49A2225E93C}" destId="{1DA6DF9D-4C6A-4C5E-9FAE-4A655A7BA2E5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810D0FB-7FC7-441D-B574-76E2307CFE57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75AB48E-3A16-4505-8D47-E97F54FFFB30}">
      <dgm:prSet phldrT="[Text]" phldr="0" custT="1"/>
      <dgm:spPr/>
      <dgm:t>
        <a:bodyPr/>
        <a:lstStyle/>
        <a:p>
          <a:r>
            <a:rPr lang="en-IN" sz="2000" dirty="0"/>
            <a:t>Imported &amp; structured customer &amp; order datasets in PostgreSQL.</a:t>
          </a:r>
        </a:p>
      </dgm:t>
    </dgm:pt>
    <dgm:pt modelId="{B9017B8E-833E-486A-A120-C8FAC5B54C0C}" type="parTrans" cxnId="{23B35B0C-5AD6-432E-815B-673B51E47D2D}">
      <dgm:prSet/>
      <dgm:spPr/>
      <dgm:t>
        <a:bodyPr/>
        <a:lstStyle/>
        <a:p>
          <a:endParaRPr lang="en-IN"/>
        </a:p>
      </dgm:t>
    </dgm:pt>
    <dgm:pt modelId="{F785D1BC-BA14-49F8-9502-5E6E13E9D489}" type="sibTrans" cxnId="{23B35B0C-5AD6-432E-815B-673B51E47D2D}">
      <dgm:prSet/>
      <dgm:spPr/>
      <dgm:t>
        <a:bodyPr/>
        <a:lstStyle/>
        <a:p>
          <a:endParaRPr lang="en-IN"/>
        </a:p>
      </dgm:t>
    </dgm:pt>
    <dgm:pt modelId="{7131C7FD-52C2-4F71-8C44-F9CD2B123F8D}">
      <dgm:prSet phldrT="[Text]" phldr="0" custT="1"/>
      <dgm:spPr/>
      <dgm:t>
        <a:bodyPr/>
        <a:lstStyle/>
        <a:p>
          <a:r>
            <a:rPr lang="en-IN" sz="2000" dirty="0"/>
            <a:t>Checked data structure, data types, missing values &amp; consistency.</a:t>
          </a:r>
        </a:p>
      </dgm:t>
    </dgm:pt>
    <dgm:pt modelId="{1E80229E-E1B3-464F-88C4-72D7CC0B72F9}" type="parTrans" cxnId="{F52F0160-3099-479F-86C4-F8507A4E73ED}">
      <dgm:prSet/>
      <dgm:spPr/>
      <dgm:t>
        <a:bodyPr/>
        <a:lstStyle/>
        <a:p>
          <a:endParaRPr lang="en-IN"/>
        </a:p>
      </dgm:t>
    </dgm:pt>
    <dgm:pt modelId="{3388D19E-128D-40F8-BDE6-11D522531BDF}" type="sibTrans" cxnId="{F52F0160-3099-479F-86C4-F8507A4E73ED}">
      <dgm:prSet/>
      <dgm:spPr/>
      <dgm:t>
        <a:bodyPr/>
        <a:lstStyle/>
        <a:p>
          <a:endParaRPr lang="en-IN"/>
        </a:p>
      </dgm:t>
    </dgm:pt>
    <dgm:pt modelId="{138FE649-959C-4226-9D28-C06DD877C37B}">
      <dgm:prSet phldrT="[Text]" phldr="0" custT="1"/>
      <dgm:spPr/>
      <dgm:t>
        <a:bodyPr/>
        <a:lstStyle/>
        <a:p>
          <a:r>
            <a:rPr lang="en-IN" sz="2000" dirty="0"/>
            <a:t>Joined customer &amp; order information using </a:t>
          </a:r>
          <a:r>
            <a:rPr lang="en-IN" sz="2000" dirty="0" err="1"/>
            <a:t>customer_id</a:t>
          </a:r>
          <a:endParaRPr lang="en-IN" sz="2000" dirty="0"/>
        </a:p>
      </dgm:t>
    </dgm:pt>
    <dgm:pt modelId="{E8A1D5B0-B52C-42F5-AF2C-4A27A9CB51B2}" type="parTrans" cxnId="{1044508C-B542-44B3-8F28-561090F5E2DB}">
      <dgm:prSet/>
      <dgm:spPr/>
      <dgm:t>
        <a:bodyPr/>
        <a:lstStyle/>
        <a:p>
          <a:endParaRPr lang="en-IN"/>
        </a:p>
      </dgm:t>
    </dgm:pt>
    <dgm:pt modelId="{F0C87CFA-C112-4326-867E-1E593095BF80}" type="sibTrans" cxnId="{1044508C-B542-44B3-8F28-561090F5E2DB}">
      <dgm:prSet/>
      <dgm:spPr/>
      <dgm:t>
        <a:bodyPr/>
        <a:lstStyle/>
        <a:p>
          <a:endParaRPr lang="en-IN"/>
        </a:p>
      </dgm:t>
    </dgm:pt>
    <dgm:pt modelId="{945E9E5E-7629-4FEC-9B5C-E4716BCADB5F}">
      <dgm:prSet phldrT="[Text]" phldr="0" custT="1"/>
      <dgm:spPr/>
      <dgm:t>
        <a:bodyPr/>
        <a:lstStyle/>
        <a:p>
          <a:r>
            <a:rPr lang="en-IN" sz="2000" dirty="0"/>
            <a:t>Constructed </a:t>
          </a:r>
          <a:r>
            <a:rPr lang="en-IN" sz="2000" dirty="0" err="1"/>
            <a:t>total_amount</a:t>
          </a:r>
          <a:r>
            <a:rPr lang="en-IN" sz="2000" dirty="0"/>
            <a:t> using subtotal + shipping cost + tax</a:t>
          </a:r>
        </a:p>
      </dgm:t>
    </dgm:pt>
    <dgm:pt modelId="{C17E3D9A-ED96-43F0-BD3F-810D10F81EE6}" type="parTrans" cxnId="{3EC03B04-E54F-4C0E-8F9C-75130A20ED80}">
      <dgm:prSet/>
      <dgm:spPr/>
      <dgm:t>
        <a:bodyPr/>
        <a:lstStyle/>
        <a:p>
          <a:endParaRPr lang="en-IN"/>
        </a:p>
      </dgm:t>
    </dgm:pt>
    <dgm:pt modelId="{37CFF70F-4D80-421D-B250-A0AB4467AE20}" type="sibTrans" cxnId="{3EC03B04-E54F-4C0E-8F9C-75130A20ED80}">
      <dgm:prSet/>
      <dgm:spPr/>
      <dgm:t>
        <a:bodyPr/>
        <a:lstStyle/>
        <a:p>
          <a:endParaRPr lang="en-IN"/>
        </a:p>
      </dgm:t>
    </dgm:pt>
    <dgm:pt modelId="{B4858EDC-06A0-472D-BC5D-9847106D935E}">
      <dgm:prSet phldrT="[Text]" phldr="0" custT="1"/>
      <dgm:spPr/>
      <dgm:t>
        <a:bodyPr/>
        <a:lstStyle/>
        <a:p>
          <a:r>
            <a:rPr lang="en-IN" sz="2000" dirty="0"/>
            <a:t>Used aggregations, filtering, grouping, sorting, sorting, joins, views to answer business questions</a:t>
          </a:r>
        </a:p>
      </dgm:t>
    </dgm:pt>
    <dgm:pt modelId="{B6D7FB2F-4599-4AD0-9862-DBEFE744C837}" type="parTrans" cxnId="{C7D7B467-4381-454E-9224-841C676A44E1}">
      <dgm:prSet/>
      <dgm:spPr/>
      <dgm:t>
        <a:bodyPr/>
        <a:lstStyle/>
        <a:p>
          <a:endParaRPr lang="en-IN"/>
        </a:p>
      </dgm:t>
    </dgm:pt>
    <dgm:pt modelId="{630724B5-0027-4C81-BC91-3E8AE808DEB7}" type="sibTrans" cxnId="{C7D7B467-4381-454E-9224-841C676A44E1}">
      <dgm:prSet/>
      <dgm:spPr/>
      <dgm:t>
        <a:bodyPr/>
        <a:lstStyle/>
        <a:p>
          <a:endParaRPr lang="en-IN"/>
        </a:p>
      </dgm:t>
    </dgm:pt>
    <dgm:pt modelId="{AF28764F-519E-4824-9C90-6FACE61A3DD0}">
      <dgm:prSet phldrT="[Text]" phldr="0" custT="1"/>
      <dgm:spPr/>
      <dgm:t>
        <a:bodyPr/>
        <a:lstStyle/>
        <a:p>
          <a:r>
            <a:rPr lang="en-IN" sz="2000" dirty="0"/>
            <a:t>Connected analytics-ready dataset to Power BI for interactive reporting</a:t>
          </a:r>
        </a:p>
      </dgm:t>
    </dgm:pt>
    <dgm:pt modelId="{415ED171-DEC1-4875-A5C6-8A1A1F65C6CB}" type="parTrans" cxnId="{E6B96A4F-2187-446F-B484-C29C3A20640D}">
      <dgm:prSet/>
      <dgm:spPr/>
      <dgm:t>
        <a:bodyPr/>
        <a:lstStyle/>
        <a:p>
          <a:endParaRPr lang="en-IN"/>
        </a:p>
      </dgm:t>
    </dgm:pt>
    <dgm:pt modelId="{A60B0A82-3FC9-4E2B-84A8-33D985FC953E}" type="sibTrans" cxnId="{E6B96A4F-2187-446F-B484-C29C3A20640D}">
      <dgm:prSet/>
      <dgm:spPr/>
      <dgm:t>
        <a:bodyPr/>
        <a:lstStyle/>
        <a:p>
          <a:endParaRPr lang="en-IN"/>
        </a:p>
      </dgm:t>
    </dgm:pt>
    <dgm:pt modelId="{E77F48CD-8ADF-4A58-BDAC-304795C63D57}" type="pres">
      <dgm:prSet presAssocID="{3810D0FB-7FC7-441D-B574-76E2307CFE57}" presName="diagram" presStyleCnt="0">
        <dgm:presLayoutVars>
          <dgm:dir/>
          <dgm:resizeHandles val="exact"/>
        </dgm:presLayoutVars>
      </dgm:prSet>
      <dgm:spPr/>
    </dgm:pt>
    <dgm:pt modelId="{0F226F79-B525-4D98-869E-5C4E9216FBBD}" type="pres">
      <dgm:prSet presAssocID="{375AB48E-3A16-4505-8D47-E97F54FFFB30}" presName="node" presStyleLbl="node1" presStyleIdx="0" presStyleCnt="6">
        <dgm:presLayoutVars>
          <dgm:bulletEnabled val="1"/>
        </dgm:presLayoutVars>
      </dgm:prSet>
      <dgm:spPr/>
    </dgm:pt>
    <dgm:pt modelId="{5ACA75EA-8BBE-4DB4-9398-97A8D9485D64}" type="pres">
      <dgm:prSet presAssocID="{F785D1BC-BA14-49F8-9502-5E6E13E9D489}" presName="sibTrans" presStyleLbl="sibTrans2D1" presStyleIdx="0" presStyleCnt="5"/>
      <dgm:spPr/>
    </dgm:pt>
    <dgm:pt modelId="{C0621AD3-4CF1-409E-9C0C-BB313FB86F37}" type="pres">
      <dgm:prSet presAssocID="{F785D1BC-BA14-49F8-9502-5E6E13E9D489}" presName="connectorText" presStyleLbl="sibTrans2D1" presStyleIdx="0" presStyleCnt="5"/>
      <dgm:spPr/>
    </dgm:pt>
    <dgm:pt modelId="{AFFB5CE3-1E96-4701-BBA1-7D4B32D74B8D}" type="pres">
      <dgm:prSet presAssocID="{7131C7FD-52C2-4F71-8C44-F9CD2B123F8D}" presName="node" presStyleLbl="node1" presStyleIdx="1" presStyleCnt="6">
        <dgm:presLayoutVars>
          <dgm:bulletEnabled val="1"/>
        </dgm:presLayoutVars>
      </dgm:prSet>
      <dgm:spPr/>
    </dgm:pt>
    <dgm:pt modelId="{8CF5B76E-3AC2-4C62-AE51-5A9FA44D482C}" type="pres">
      <dgm:prSet presAssocID="{3388D19E-128D-40F8-BDE6-11D522531BDF}" presName="sibTrans" presStyleLbl="sibTrans2D1" presStyleIdx="1" presStyleCnt="5"/>
      <dgm:spPr/>
    </dgm:pt>
    <dgm:pt modelId="{FE541229-F51A-4FF6-B9B9-C520012EF350}" type="pres">
      <dgm:prSet presAssocID="{3388D19E-128D-40F8-BDE6-11D522531BDF}" presName="connectorText" presStyleLbl="sibTrans2D1" presStyleIdx="1" presStyleCnt="5"/>
      <dgm:spPr/>
    </dgm:pt>
    <dgm:pt modelId="{F89F4E61-D905-437C-A2C8-6A5D819FD53F}" type="pres">
      <dgm:prSet presAssocID="{138FE649-959C-4226-9D28-C06DD877C37B}" presName="node" presStyleLbl="node1" presStyleIdx="2" presStyleCnt="6">
        <dgm:presLayoutVars>
          <dgm:bulletEnabled val="1"/>
        </dgm:presLayoutVars>
      </dgm:prSet>
      <dgm:spPr/>
    </dgm:pt>
    <dgm:pt modelId="{9240FA94-ABBF-4E46-8D8F-6511B40599B1}" type="pres">
      <dgm:prSet presAssocID="{F0C87CFA-C112-4326-867E-1E593095BF80}" presName="sibTrans" presStyleLbl="sibTrans2D1" presStyleIdx="2" presStyleCnt="5"/>
      <dgm:spPr/>
    </dgm:pt>
    <dgm:pt modelId="{3E9589E3-D809-45B8-96C6-BA11595BAAE6}" type="pres">
      <dgm:prSet presAssocID="{F0C87CFA-C112-4326-867E-1E593095BF80}" presName="connectorText" presStyleLbl="sibTrans2D1" presStyleIdx="2" presStyleCnt="5"/>
      <dgm:spPr/>
    </dgm:pt>
    <dgm:pt modelId="{A68F40F7-8CDB-4F57-98C9-E7DECABAAC8D}" type="pres">
      <dgm:prSet presAssocID="{945E9E5E-7629-4FEC-9B5C-E4716BCADB5F}" presName="node" presStyleLbl="node1" presStyleIdx="3" presStyleCnt="6">
        <dgm:presLayoutVars>
          <dgm:bulletEnabled val="1"/>
        </dgm:presLayoutVars>
      </dgm:prSet>
      <dgm:spPr/>
    </dgm:pt>
    <dgm:pt modelId="{9003731F-1C0A-463B-B209-EFC4302C87C3}" type="pres">
      <dgm:prSet presAssocID="{37CFF70F-4D80-421D-B250-A0AB4467AE20}" presName="sibTrans" presStyleLbl="sibTrans2D1" presStyleIdx="3" presStyleCnt="5"/>
      <dgm:spPr/>
    </dgm:pt>
    <dgm:pt modelId="{E23D1CC2-BFCD-4E59-B426-DD8512442AE8}" type="pres">
      <dgm:prSet presAssocID="{37CFF70F-4D80-421D-B250-A0AB4467AE20}" presName="connectorText" presStyleLbl="sibTrans2D1" presStyleIdx="3" presStyleCnt="5"/>
      <dgm:spPr/>
    </dgm:pt>
    <dgm:pt modelId="{09E5AF62-D597-4537-966F-A5E23B88A1D4}" type="pres">
      <dgm:prSet presAssocID="{B4858EDC-06A0-472D-BC5D-9847106D935E}" presName="node" presStyleLbl="node1" presStyleIdx="4" presStyleCnt="6">
        <dgm:presLayoutVars>
          <dgm:bulletEnabled val="1"/>
        </dgm:presLayoutVars>
      </dgm:prSet>
      <dgm:spPr/>
    </dgm:pt>
    <dgm:pt modelId="{EDAD9118-C958-4821-873E-A06C869EF8B5}" type="pres">
      <dgm:prSet presAssocID="{630724B5-0027-4C81-BC91-3E8AE808DEB7}" presName="sibTrans" presStyleLbl="sibTrans2D1" presStyleIdx="4" presStyleCnt="5"/>
      <dgm:spPr/>
    </dgm:pt>
    <dgm:pt modelId="{01758F2C-6A59-4AE3-8F74-10EA0D48E777}" type="pres">
      <dgm:prSet presAssocID="{630724B5-0027-4C81-BC91-3E8AE808DEB7}" presName="connectorText" presStyleLbl="sibTrans2D1" presStyleIdx="4" presStyleCnt="5"/>
      <dgm:spPr/>
    </dgm:pt>
    <dgm:pt modelId="{F8763258-5ACC-437F-93E0-1ECBBA3C5B47}" type="pres">
      <dgm:prSet presAssocID="{AF28764F-519E-4824-9C90-6FACE61A3DD0}" presName="node" presStyleLbl="node1" presStyleIdx="5" presStyleCnt="6">
        <dgm:presLayoutVars>
          <dgm:bulletEnabled val="1"/>
        </dgm:presLayoutVars>
      </dgm:prSet>
      <dgm:spPr/>
    </dgm:pt>
  </dgm:ptLst>
  <dgm:cxnLst>
    <dgm:cxn modelId="{3EC03B04-E54F-4C0E-8F9C-75130A20ED80}" srcId="{3810D0FB-7FC7-441D-B574-76E2307CFE57}" destId="{945E9E5E-7629-4FEC-9B5C-E4716BCADB5F}" srcOrd="3" destOrd="0" parTransId="{C17E3D9A-ED96-43F0-BD3F-810D10F81EE6}" sibTransId="{37CFF70F-4D80-421D-B250-A0AB4467AE20}"/>
    <dgm:cxn modelId="{23B35B0C-5AD6-432E-815B-673B51E47D2D}" srcId="{3810D0FB-7FC7-441D-B574-76E2307CFE57}" destId="{375AB48E-3A16-4505-8D47-E97F54FFFB30}" srcOrd="0" destOrd="0" parTransId="{B9017B8E-833E-486A-A120-C8FAC5B54C0C}" sibTransId="{F785D1BC-BA14-49F8-9502-5E6E13E9D489}"/>
    <dgm:cxn modelId="{4658D80D-326C-40F9-8C26-A2852361FA34}" type="presOf" srcId="{F785D1BC-BA14-49F8-9502-5E6E13E9D489}" destId="{5ACA75EA-8BBE-4DB4-9398-97A8D9485D64}" srcOrd="0" destOrd="0" presId="urn:microsoft.com/office/officeart/2005/8/layout/process5"/>
    <dgm:cxn modelId="{FC41CC11-C5D1-4A8D-9637-E51CE5B53840}" type="presOf" srcId="{37CFF70F-4D80-421D-B250-A0AB4467AE20}" destId="{E23D1CC2-BFCD-4E59-B426-DD8512442AE8}" srcOrd="1" destOrd="0" presId="urn:microsoft.com/office/officeart/2005/8/layout/process5"/>
    <dgm:cxn modelId="{AB362714-4BE4-42FD-95D2-93C3A6049BCF}" type="presOf" srcId="{F0C87CFA-C112-4326-867E-1E593095BF80}" destId="{9240FA94-ABBF-4E46-8D8F-6511B40599B1}" srcOrd="0" destOrd="0" presId="urn:microsoft.com/office/officeart/2005/8/layout/process5"/>
    <dgm:cxn modelId="{187C0C3B-9D54-416B-8F17-A7CC39145662}" type="presOf" srcId="{630724B5-0027-4C81-BC91-3E8AE808DEB7}" destId="{EDAD9118-C958-4821-873E-A06C869EF8B5}" srcOrd="0" destOrd="0" presId="urn:microsoft.com/office/officeart/2005/8/layout/process5"/>
    <dgm:cxn modelId="{F52F0160-3099-479F-86C4-F8507A4E73ED}" srcId="{3810D0FB-7FC7-441D-B574-76E2307CFE57}" destId="{7131C7FD-52C2-4F71-8C44-F9CD2B123F8D}" srcOrd="1" destOrd="0" parTransId="{1E80229E-E1B3-464F-88C4-72D7CC0B72F9}" sibTransId="{3388D19E-128D-40F8-BDE6-11D522531BDF}"/>
    <dgm:cxn modelId="{3160D362-4FAB-4710-BDA0-F6679A90B41A}" type="presOf" srcId="{B4858EDC-06A0-472D-BC5D-9847106D935E}" destId="{09E5AF62-D597-4537-966F-A5E23B88A1D4}" srcOrd="0" destOrd="0" presId="urn:microsoft.com/office/officeart/2005/8/layout/process5"/>
    <dgm:cxn modelId="{F8C03A47-DF37-42F7-9CE7-24BFC2A7C9F3}" type="presOf" srcId="{375AB48E-3A16-4505-8D47-E97F54FFFB30}" destId="{0F226F79-B525-4D98-869E-5C4E9216FBBD}" srcOrd="0" destOrd="0" presId="urn:microsoft.com/office/officeart/2005/8/layout/process5"/>
    <dgm:cxn modelId="{C7D7B467-4381-454E-9224-841C676A44E1}" srcId="{3810D0FB-7FC7-441D-B574-76E2307CFE57}" destId="{B4858EDC-06A0-472D-BC5D-9847106D935E}" srcOrd="4" destOrd="0" parTransId="{B6D7FB2F-4599-4AD0-9862-DBEFE744C837}" sibTransId="{630724B5-0027-4C81-BC91-3E8AE808DEB7}"/>
    <dgm:cxn modelId="{EB35D168-D173-49F3-A22A-4FC01D2C2B0B}" type="presOf" srcId="{945E9E5E-7629-4FEC-9B5C-E4716BCADB5F}" destId="{A68F40F7-8CDB-4F57-98C9-E7DECABAAC8D}" srcOrd="0" destOrd="0" presId="urn:microsoft.com/office/officeart/2005/8/layout/process5"/>
    <dgm:cxn modelId="{E6B96A4F-2187-446F-B484-C29C3A20640D}" srcId="{3810D0FB-7FC7-441D-B574-76E2307CFE57}" destId="{AF28764F-519E-4824-9C90-6FACE61A3DD0}" srcOrd="5" destOrd="0" parTransId="{415ED171-DEC1-4875-A5C6-8A1A1F65C6CB}" sibTransId="{A60B0A82-3FC9-4E2B-84A8-33D985FC953E}"/>
    <dgm:cxn modelId="{DFD0E454-CFAF-4727-83C0-3FC5DCADF07B}" type="presOf" srcId="{AF28764F-519E-4824-9C90-6FACE61A3DD0}" destId="{F8763258-5ACC-437F-93E0-1ECBBA3C5B47}" srcOrd="0" destOrd="0" presId="urn:microsoft.com/office/officeart/2005/8/layout/process5"/>
    <dgm:cxn modelId="{48C6BD77-4C9E-4E07-B136-61613DA9F056}" type="presOf" srcId="{3388D19E-128D-40F8-BDE6-11D522531BDF}" destId="{FE541229-F51A-4FF6-B9B9-C520012EF350}" srcOrd="1" destOrd="0" presId="urn:microsoft.com/office/officeart/2005/8/layout/process5"/>
    <dgm:cxn modelId="{ED33E086-9151-473C-A2E4-76ED8D1EDDD4}" type="presOf" srcId="{F0C87CFA-C112-4326-867E-1E593095BF80}" destId="{3E9589E3-D809-45B8-96C6-BA11595BAAE6}" srcOrd="1" destOrd="0" presId="urn:microsoft.com/office/officeart/2005/8/layout/process5"/>
    <dgm:cxn modelId="{1044508C-B542-44B3-8F28-561090F5E2DB}" srcId="{3810D0FB-7FC7-441D-B574-76E2307CFE57}" destId="{138FE649-959C-4226-9D28-C06DD877C37B}" srcOrd="2" destOrd="0" parTransId="{E8A1D5B0-B52C-42F5-AF2C-4A27A9CB51B2}" sibTransId="{F0C87CFA-C112-4326-867E-1E593095BF80}"/>
    <dgm:cxn modelId="{0A5449A1-32FD-47AD-82EB-C03D272053F2}" type="presOf" srcId="{F785D1BC-BA14-49F8-9502-5E6E13E9D489}" destId="{C0621AD3-4CF1-409E-9C0C-BB313FB86F37}" srcOrd="1" destOrd="0" presId="urn:microsoft.com/office/officeart/2005/8/layout/process5"/>
    <dgm:cxn modelId="{EEF051B1-FFDE-41E4-ACF2-C3A12826467A}" type="presOf" srcId="{7131C7FD-52C2-4F71-8C44-F9CD2B123F8D}" destId="{AFFB5CE3-1E96-4701-BBA1-7D4B32D74B8D}" srcOrd="0" destOrd="0" presId="urn:microsoft.com/office/officeart/2005/8/layout/process5"/>
    <dgm:cxn modelId="{17A0D6CC-A237-48CF-9691-3139F6905BD2}" type="presOf" srcId="{37CFF70F-4D80-421D-B250-A0AB4467AE20}" destId="{9003731F-1C0A-463B-B209-EFC4302C87C3}" srcOrd="0" destOrd="0" presId="urn:microsoft.com/office/officeart/2005/8/layout/process5"/>
    <dgm:cxn modelId="{863249DD-C612-41BB-AC99-AACC0F63FBA2}" type="presOf" srcId="{3810D0FB-7FC7-441D-B574-76E2307CFE57}" destId="{E77F48CD-8ADF-4A58-BDAC-304795C63D57}" srcOrd="0" destOrd="0" presId="urn:microsoft.com/office/officeart/2005/8/layout/process5"/>
    <dgm:cxn modelId="{67484BE1-A677-44D8-9D0F-FEC6F938CC7A}" type="presOf" srcId="{3388D19E-128D-40F8-BDE6-11D522531BDF}" destId="{8CF5B76E-3AC2-4C62-AE51-5A9FA44D482C}" srcOrd="0" destOrd="0" presId="urn:microsoft.com/office/officeart/2005/8/layout/process5"/>
    <dgm:cxn modelId="{029D00E9-8A1A-467D-8F34-69895E93D844}" type="presOf" srcId="{630724B5-0027-4C81-BC91-3E8AE808DEB7}" destId="{01758F2C-6A59-4AE3-8F74-10EA0D48E777}" srcOrd="1" destOrd="0" presId="urn:microsoft.com/office/officeart/2005/8/layout/process5"/>
    <dgm:cxn modelId="{9CD5B1FF-4716-4D8A-AD6C-8E0592B58EE1}" type="presOf" srcId="{138FE649-959C-4226-9D28-C06DD877C37B}" destId="{F89F4E61-D905-437C-A2C8-6A5D819FD53F}" srcOrd="0" destOrd="0" presId="urn:microsoft.com/office/officeart/2005/8/layout/process5"/>
    <dgm:cxn modelId="{2AD5AF85-0D49-46BF-8A77-C3C6C3396088}" type="presParOf" srcId="{E77F48CD-8ADF-4A58-BDAC-304795C63D57}" destId="{0F226F79-B525-4D98-869E-5C4E9216FBBD}" srcOrd="0" destOrd="0" presId="urn:microsoft.com/office/officeart/2005/8/layout/process5"/>
    <dgm:cxn modelId="{683B3A61-4C7A-4917-8B4C-0C58339D8723}" type="presParOf" srcId="{E77F48CD-8ADF-4A58-BDAC-304795C63D57}" destId="{5ACA75EA-8BBE-4DB4-9398-97A8D9485D64}" srcOrd="1" destOrd="0" presId="urn:microsoft.com/office/officeart/2005/8/layout/process5"/>
    <dgm:cxn modelId="{1591D642-34FA-4777-8603-F3285EEF85EF}" type="presParOf" srcId="{5ACA75EA-8BBE-4DB4-9398-97A8D9485D64}" destId="{C0621AD3-4CF1-409E-9C0C-BB313FB86F37}" srcOrd="0" destOrd="0" presId="urn:microsoft.com/office/officeart/2005/8/layout/process5"/>
    <dgm:cxn modelId="{E1D65C02-1081-4792-9496-4EF8048DCB4E}" type="presParOf" srcId="{E77F48CD-8ADF-4A58-BDAC-304795C63D57}" destId="{AFFB5CE3-1E96-4701-BBA1-7D4B32D74B8D}" srcOrd="2" destOrd="0" presId="urn:microsoft.com/office/officeart/2005/8/layout/process5"/>
    <dgm:cxn modelId="{D4DD3D57-0C49-4747-8DE3-F284687745EC}" type="presParOf" srcId="{E77F48CD-8ADF-4A58-BDAC-304795C63D57}" destId="{8CF5B76E-3AC2-4C62-AE51-5A9FA44D482C}" srcOrd="3" destOrd="0" presId="urn:microsoft.com/office/officeart/2005/8/layout/process5"/>
    <dgm:cxn modelId="{7CEFBF00-3577-4CAE-973E-4B02B2D470EC}" type="presParOf" srcId="{8CF5B76E-3AC2-4C62-AE51-5A9FA44D482C}" destId="{FE541229-F51A-4FF6-B9B9-C520012EF350}" srcOrd="0" destOrd="0" presId="urn:microsoft.com/office/officeart/2005/8/layout/process5"/>
    <dgm:cxn modelId="{0449D301-8963-4035-A1CC-31E100F6DF21}" type="presParOf" srcId="{E77F48CD-8ADF-4A58-BDAC-304795C63D57}" destId="{F89F4E61-D905-437C-A2C8-6A5D819FD53F}" srcOrd="4" destOrd="0" presId="urn:microsoft.com/office/officeart/2005/8/layout/process5"/>
    <dgm:cxn modelId="{ACCE7043-4C6E-460C-8D48-9288195DFD83}" type="presParOf" srcId="{E77F48CD-8ADF-4A58-BDAC-304795C63D57}" destId="{9240FA94-ABBF-4E46-8D8F-6511B40599B1}" srcOrd="5" destOrd="0" presId="urn:microsoft.com/office/officeart/2005/8/layout/process5"/>
    <dgm:cxn modelId="{37AF5306-2D5D-412D-873A-84D3AA32BAF2}" type="presParOf" srcId="{9240FA94-ABBF-4E46-8D8F-6511B40599B1}" destId="{3E9589E3-D809-45B8-96C6-BA11595BAAE6}" srcOrd="0" destOrd="0" presId="urn:microsoft.com/office/officeart/2005/8/layout/process5"/>
    <dgm:cxn modelId="{106CA06D-EEC6-4D9A-8065-B22161C55053}" type="presParOf" srcId="{E77F48CD-8ADF-4A58-BDAC-304795C63D57}" destId="{A68F40F7-8CDB-4F57-98C9-E7DECABAAC8D}" srcOrd="6" destOrd="0" presId="urn:microsoft.com/office/officeart/2005/8/layout/process5"/>
    <dgm:cxn modelId="{335D82AA-46EF-497E-A783-2CF1FF4FB34D}" type="presParOf" srcId="{E77F48CD-8ADF-4A58-BDAC-304795C63D57}" destId="{9003731F-1C0A-463B-B209-EFC4302C87C3}" srcOrd="7" destOrd="0" presId="urn:microsoft.com/office/officeart/2005/8/layout/process5"/>
    <dgm:cxn modelId="{B3C73A52-8547-4F3D-9E58-0353D74E8EBE}" type="presParOf" srcId="{9003731F-1C0A-463B-B209-EFC4302C87C3}" destId="{E23D1CC2-BFCD-4E59-B426-DD8512442AE8}" srcOrd="0" destOrd="0" presId="urn:microsoft.com/office/officeart/2005/8/layout/process5"/>
    <dgm:cxn modelId="{9C32E7AB-74BE-4D52-B90E-94069650C524}" type="presParOf" srcId="{E77F48CD-8ADF-4A58-BDAC-304795C63D57}" destId="{09E5AF62-D597-4537-966F-A5E23B88A1D4}" srcOrd="8" destOrd="0" presId="urn:microsoft.com/office/officeart/2005/8/layout/process5"/>
    <dgm:cxn modelId="{31A29A26-7D43-47A6-A773-7A7835858AAC}" type="presParOf" srcId="{E77F48CD-8ADF-4A58-BDAC-304795C63D57}" destId="{EDAD9118-C958-4821-873E-A06C869EF8B5}" srcOrd="9" destOrd="0" presId="urn:microsoft.com/office/officeart/2005/8/layout/process5"/>
    <dgm:cxn modelId="{31764591-A59A-4CBB-ABBC-1B6834839088}" type="presParOf" srcId="{EDAD9118-C958-4821-873E-A06C869EF8B5}" destId="{01758F2C-6A59-4AE3-8F74-10EA0D48E777}" srcOrd="0" destOrd="0" presId="urn:microsoft.com/office/officeart/2005/8/layout/process5"/>
    <dgm:cxn modelId="{1898CF1B-9479-411D-817B-585E5CAA2B28}" type="presParOf" srcId="{E77F48CD-8ADF-4A58-BDAC-304795C63D57}" destId="{F8763258-5ACC-437F-93E0-1ECBBA3C5B47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555CAF4-41B6-4D2D-B198-B488B702EAEE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0BC3B90-06B2-402E-BE17-C975A79B169D}">
      <dgm:prSet phldrT="[Text]" phldr="0"/>
      <dgm:spPr/>
      <dgm:t>
        <a:bodyPr/>
        <a:lstStyle/>
        <a:p>
          <a:r>
            <a:rPr lang="en-IN" dirty="0"/>
            <a:t>CSV DATA</a:t>
          </a:r>
        </a:p>
      </dgm:t>
    </dgm:pt>
    <dgm:pt modelId="{1C3D991D-0467-48E9-B07C-19E8E14FFDD3}" type="parTrans" cxnId="{7AE06B92-A46C-4469-A5F8-5D67E3F68E70}">
      <dgm:prSet/>
      <dgm:spPr/>
      <dgm:t>
        <a:bodyPr/>
        <a:lstStyle/>
        <a:p>
          <a:endParaRPr lang="en-IN"/>
        </a:p>
      </dgm:t>
    </dgm:pt>
    <dgm:pt modelId="{3C83E35A-A29D-4120-AA36-9C4CA9885B00}" type="sibTrans" cxnId="{7AE06B92-A46C-4469-A5F8-5D67E3F68E70}">
      <dgm:prSet/>
      <dgm:spPr/>
      <dgm:t>
        <a:bodyPr/>
        <a:lstStyle/>
        <a:p>
          <a:endParaRPr lang="en-IN"/>
        </a:p>
      </dgm:t>
    </dgm:pt>
    <dgm:pt modelId="{8D9F0CD5-626E-42F5-949E-E2D51719B572}">
      <dgm:prSet phldrT="[Text]" phldr="0"/>
      <dgm:spPr/>
      <dgm:t>
        <a:bodyPr/>
        <a:lstStyle/>
        <a:p>
          <a:r>
            <a:rPr lang="en-IN" dirty="0"/>
            <a:t>POSTGRESQL</a:t>
          </a:r>
        </a:p>
      </dgm:t>
    </dgm:pt>
    <dgm:pt modelId="{EE08A1E5-63BB-439A-93B3-B42CBCBDD797}" type="parTrans" cxnId="{02175EB0-9095-475C-B5B2-D3754195F716}">
      <dgm:prSet/>
      <dgm:spPr/>
      <dgm:t>
        <a:bodyPr/>
        <a:lstStyle/>
        <a:p>
          <a:endParaRPr lang="en-IN"/>
        </a:p>
      </dgm:t>
    </dgm:pt>
    <dgm:pt modelId="{CE0EDE98-1E1F-4CC7-AD5C-70DBD78580C3}" type="sibTrans" cxnId="{02175EB0-9095-475C-B5B2-D3754195F716}">
      <dgm:prSet/>
      <dgm:spPr/>
      <dgm:t>
        <a:bodyPr/>
        <a:lstStyle/>
        <a:p>
          <a:endParaRPr lang="en-IN"/>
        </a:p>
      </dgm:t>
    </dgm:pt>
    <dgm:pt modelId="{E2FF23B2-9F68-497C-9243-148F0E82EC95}">
      <dgm:prSet phldrT="[Text]" phldr="0"/>
      <dgm:spPr/>
      <dgm:t>
        <a:bodyPr/>
        <a:lstStyle/>
        <a:p>
          <a:r>
            <a:rPr lang="en-IN" dirty="0"/>
            <a:t>DATA CLEANING</a:t>
          </a:r>
        </a:p>
      </dgm:t>
    </dgm:pt>
    <dgm:pt modelId="{15B593B5-5AF9-4708-B023-14719DEC2EB8}" type="parTrans" cxnId="{1C2D9E1A-0DD7-4727-87A0-9AB60C3B051D}">
      <dgm:prSet/>
      <dgm:spPr/>
      <dgm:t>
        <a:bodyPr/>
        <a:lstStyle/>
        <a:p>
          <a:endParaRPr lang="en-IN"/>
        </a:p>
      </dgm:t>
    </dgm:pt>
    <dgm:pt modelId="{E6978B88-DCD2-42E8-82F2-5350E7AB1937}" type="sibTrans" cxnId="{1C2D9E1A-0DD7-4727-87A0-9AB60C3B051D}">
      <dgm:prSet/>
      <dgm:spPr/>
      <dgm:t>
        <a:bodyPr/>
        <a:lstStyle/>
        <a:p>
          <a:endParaRPr lang="en-IN"/>
        </a:p>
      </dgm:t>
    </dgm:pt>
    <dgm:pt modelId="{986B3509-42F2-4503-BF13-82259345AB80}">
      <dgm:prSet phldrT="[Text]" phldr="0"/>
      <dgm:spPr/>
      <dgm:t>
        <a:bodyPr/>
        <a:lstStyle/>
        <a:p>
          <a:r>
            <a:rPr lang="en-IN" dirty="0"/>
            <a:t>BUSINESS QUESTIONS</a:t>
          </a:r>
        </a:p>
      </dgm:t>
    </dgm:pt>
    <dgm:pt modelId="{8FE5DDE3-68C3-4284-8663-ADE2449A53D3}" type="parTrans" cxnId="{B9B43FFC-B342-4F46-A38B-824DB291EBE0}">
      <dgm:prSet/>
      <dgm:spPr/>
      <dgm:t>
        <a:bodyPr/>
        <a:lstStyle/>
        <a:p>
          <a:endParaRPr lang="en-IN"/>
        </a:p>
      </dgm:t>
    </dgm:pt>
    <dgm:pt modelId="{457BC43E-9847-4421-9819-9B4EA9E4FF7D}" type="sibTrans" cxnId="{B9B43FFC-B342-4F46-A38B-824DB291EBE0}">
      <dgm:prSet/>
      <dgm:spPr/>
      <dgm:t>
        <a:bodyPr/>
        <a:lstStyle/>
        <a:p>
          <a:endParaRPr lang="en-IN"/>
        </a:p>
      </dgm:t>
    </dgm:pt>
    <dgm:pt modelId="{BFEBAF44-D869-4D8B-ACF8-519C09CAB6CC}">
      <dgm:prSet phldrT="[Text]" phldr="0"/>
      <dgm:spPr/>
      <dgm:t>
        <a:bodyPr/>
        <a:lstStyle/>
        <a:p>
          <a:r>
            <a:rPr lang="en-IN" dirty="0"/>
            <a:t>JOINS &amp; VIEWS</a:t>
          </a:r>
        </a:p>
      </dgm:t>
    </dgm:pt>
    <dgm:pt modelId="{71A829CF-E883-4F34-B197-B70EEB2F6D79}" type="parTrans" cxnId="{D2A705F9-73E3-4225-B271-34CCE9FE8C5D}">
      <dgm:prSet/>
      <dgm:spPr/>
      <dgm:t>
        <a:bodyPr/>
        <a:lstStyle/>
        <a:p>
          <a:endParaRPr lang="en-IN"/>
        </a:p>
      </dgm:t>
    </dgm:pt>
    <dgm:pt modelId="{E0D80AFC-515A-409B-95B6-2235D85C98C0}" type="sibTrans" cxnId="{D2A705F9-73E3-4225-B271-34CCE9FE8C5D}">
      <dgm:prSet/>
      <dgm:spPr/>
      <dgm:t>
        <a:bodyPr/>
        <a:lstStyle/>
        <a:p>
          <a:endParaRPr lang="en-IN"/>
        </a:p>
      </dgm:t>
    </dgm:pt>
    <dgm:pt modelId="{F230CA6E-101C-40EC-9017-C22AC14F7A4D}">
      <dgm:prSet phldrT="[Text]" phldr="0"/>
      <dgm:spPr/>
      <dgm:t>
        <a:bodyPr/>
        <a:lstStyle/>
        <a:p>
          <a:r>
            <a:rPr lang="en-IN" dirty="0"/>
            <a:t>DATA VALIDATION</a:t>
          </a:r>
        </a:p>
      </dgm:t>
    </dgm:pt>
    <dgm:pt modelId="{22FFCC43-7AD2-4CC5-BD6C-056BA1881DC7}" type="parTrans" cxnId="{9FFB1B73-D886-4656-BC44-5FBFFF4AF49E}">
      <dgm:prSet/>
      <dgm:spPr/>
      <dgm:t>
        <a:bodyPr/>
        <a:lstStyle/>
        <a:p>
          <a:endParaRPr lang="en-IN"/>
        </a:p>
      </dgm:t>
    </dgm:pt>
    <dgm:pt modelId="{CFBFFF37-DEF2-48E0-89B7-BC8ED10BEEAE}" type="sibTrans" cxnId="{9FFB1B73-D886-4656-BC44-5FBFFF4AF49E}">
      <dgm:prSet/>
      <dgm:spPr/>
      <dgm:t>
        <a:bodyPr/>
        <a:lstStyle/>
        <a:p>
          <a:endParaRPr lang="en-IN"/>
        </a:p>
      </dgm:t>
    </dgm:pt>
    <dgm:pt modelId="{F996DF8C-8265-4752-84AF-29C5F80B83E3}">
      <dgm:prSet phldrT="[Text]" phldr="0"/>
      <dgm:spPr/>
      <dgm:t>
        <a:bodyPr/>
        <a:lstStyle/>
        <a:p>
          <a:r>
            <a:rPr lang="en-IN" dirty="0"/>
            <a:t>POWER BI</a:t>
          </a:r>
        </a:p>
      </dgm:t>
    </dgm:pt>
    <dgm:pt modelId="{C60ED333-C074-4F84-8A46-2B4A263459A6}" type="parTrans" cxnId="{849CA245-4796-4F48-AE41-1BB009E8D075}">
      <dgm:prSet/>
      <dgm:spPr/>
      <dgm:t>
        <a:bodyPr/>
        <a:lstStyle/>
        <a:p>
          <a:endParaRPr lang="en-IN"/>
        </a:p>
      </dgm:t>
    </dgm:pt>
    <dgm:pt modelId="{8BDE1163-D7EF-4255-AFA7-DFF036E293EE}" type="sibTrans" cxnId="{849CA245-4796-4F48-AE41-1BB009E8D075}">
      <dgm:prSet/>
      <dgm:spPr/>
      <dgm:t>
        <a:bodyPr/>
        <a:lstStyle/>
        <a:p>
          <a:endParaRPr lang="en-IN"/>
        </a:p>
      </dgm:t>
    </dgm:pt>
    <dgm:pt modelId="{453417DB-F608-49D0-AB5A-6014BAE95EDA}">
      <dgm:prSet phldrT="[Text]" phldr="0"/>
      <dgm:spPr/>
      <dgm:t>
        <a:bodyPr/>
        <a:lstStyle/>
        <a:p>
          <a:r>
            <a:rPr lang="en-IN" dirty="0"/>
            <a:t>INSIGHTS</a:t>
          </a:r>
        </a:p>
      </dgm:t>
    </dgm:pt>
    <dgm:pt modelId="{43ABE4D1-678F-46D0-BFB1-686802DB15B4}" type="parTrans" cxnId="{789BADF3-976C-4741-A078-58390CA02A93}">
      <dgm:prSet/>
      <dgm:spPr/>
      <dgm:t>
        <a:bodyPr/>
        <a:lstStyle/>
        <a:p>
          <a:endParaRPr lang="en-IN"/>
        </a:p>
      </dgm:t>
    </dgm:pt>
    <dgm:pt modelId="{4160957B-5136-4DCF-B345-500F268454DC}" type="sibTrans" cxnId="{789BADF3-976C-4741-A078-58390CA02A93}">
      <dgm:prSet/>
      <dgm:spPr/>
      <dgm:t>
        <a:bodyPr/>
        <a:lstStyle/>
        <a:p>
          <a:endParaRPr lang="en-IN"/>
        </a:p>
      </dgm:t>
    </dgm:pt>
    <dgm:pt modelId="{2DA7F70F-D17F-4E38-A31C-27B7980D3CB6}">
      <dgm:prSet phldrT="[Text]" phldr="0"/>
      <dgm:spPr/>
      <dgm:t>
        <a:bodyPr/>
        <a:lstStyle/>
        <a:p>
          <a:r>
            <a:rPr lang="en-IN" dirty="0"/>
            <a:t>REPORT</a:t>
          </a:r>
        </a:p>
      </dgm:t>
    </dgm:pt>
    <dgm:pt modelId="{51EB0CAB-A2B8-41BD-B0C2-E6DCAF85614D}" type="parTrans" cxnId="{1BFF104C-BE95-4DF6-8130-C3A99049AC53}">
      <dgm:prSet/>
      <dgm:spPr/>
      <dgm:t>
        <a:bodyPr/>
        <a:lstStyle/>
        <a:p>
          <a:endParaRPr lang="en-IN"/>
        </a:p>
      </dgm:t>
    </dgm:pt>
    <dgm:pt modelId="{D13F9ED0-A961-45FB-A3AF-6B3DF33E8496}" type="sibTrans" cxnId="{1BFF104C-BE95-4DF6-8130-C3A99049AC53}">
      <dgm:prSet/>
      <dgm:spPr/>
      <dgm:t>
        <a:bodyPr/>
        <a:lstStyle/>
        <a:p>
          <a:endParaRPr lang="en-IN"/>
        </a:p>
      </dgm:t>
    </dgm:pt>
    <dgm:pt modelId="{311BDB43-FC5C-44B0-BF01-018D3DAD0932}" type="pres">
      <dgm:prSet presAssocID="{3555CAF4-41B6-4D2D-B198-B488B702EAEE}" presName="Name0" presStyleCnt="0">
        <dgm:presLayoutVars>
          <dgm:dir/>
          <dgm:resizeHandles/>
        </dgm:presLayoutVars>
      </dgm:prSet>
      <dgm:spPr/>
    </dgm:pt>
    <dgm:pt modelId="{A937D8A6-FE2D-4DDD-8E04-7EC1C6E51DFE}" type="pres">
      <dgm:prSet presAssocID="{70BC3B90-06B2-402E-BE17-C975A79B169D}" presName="compNode" presStyleCnt="0"/>
      <dgm:spPr/>
    </dgm:pt>
    <dgm:pt modelId="{F0243812-5660-476F-BCF0-ECA3E26EE40F}" type="pres">
      <dgm:prSet presAssocID="{70BC3B90-06B2-402E-BE17-C975A79B169D}" presName="dummyConnPt" presStyleCnt="0"/>
      <dgm:spPr/>
    </dgm:pt>
    <dgm:pt modelId="{0D71D46F-DD86-45EA-AE1B-7FD7E530DF1E}" type="pres">
      <dgm:prSet presAssocID="{70BC3B90-06B2-402E-BE17-C975A79B169D}" presName="node" presStyleLbl="node1" presStyleIdx="0" presStyleCnt="9">
        <dgm:presLayoutVars>
          <dgm:bulletEnabled val="1"/>
        </dgm:presLayoutVars>
      </dgm:prSet>
      <dgm:spPr/>
    </dgm:pt>
    <dgm:pt modelId="{FFBC2C69-F1B6-4E8E-8CF8-AC1C5B925805}" type="pres">
      <dgm:prSet presAssocID="{3C83E35A-A29D-4120-AA36-9C4CA9885B00}" presName="sibTrans" presStyleLbl="bgSibTrans2D1" presStyleIdx="0" presStyleCnt="8"/>
      <dgm:spPr/>
    </dgm:pt>
    <dgm:pt modelId="{1CC9057E-68A6-4E9F-8969-34D14BCA1C3A}" type="pres">
      <dgm:prSet presAssocID="{8D9F0CD5-626E-42F5-949E-E2D51719B572}" presName="compNode" presStyleCnt="0"/>
      <dgm:spPr/>
    </dgm:pt>
    <dgm:pt modelId="{85D4CF08-889F-48C8-B806-213152F5E71B}" type="pres">
      <dgm:prSet presAssocID="{8D9F0CD5-626E-42F5-949E-E2D51719B572}" presName="dummyConnPt" presStyleCnt="0"/>
      <dgm:spPr/>
    </dgm:pt>
    <dgm:pt modelId="{43D2E4A3-9302-4F6D-9696-B458F459B0E5}" type="pres">
      <dgm:prSet presAssocID="{8D9F0CD5-626E-42F5-949E-E2D51719B572}" presName="node" presStyleLbl="node1" presStyleIdx="1" presStyleCnt="9">
        <dgm:presLayoutVars>
          <dgm:bulletEnabled val="1"/>
        </dgm:presLayoutVars>
      </dgm:prSet>
      <dgm:spPr/>
    </dgm:pt>
    <dgm:pt modelId="{3DD91466-04EA-4BC1-AB78-04B054EF8B39}" type="pres">
      <dgm:prSet presAssocID="{CE0EDE98-1E1F-4CC7-AD5C-70DBD78580C3}" presName="sibTrans" presStyleLbl="bgSibTrans2D1" presStyleIdx="1" presStyleCnt="8"/>
      <dgm:spPr/>
    </dgm:pt>
    <dgm:pt modelId="{4DCA66FB-4927-48EB-9D46-B9396D65E667}" type="pres">
      <dgm:prSet presAssocID="{E2FF23B2-9F68-497C-9243-148F0E82EC95}" presName="compNode" presStyleCnt="0"/>
      <dgm:spPr/>
    </dgm:pt>
    <dgm:pt modelId="{1B2E0629-5063-4A37-A90B-3215E1C6781B}" type="pres">
      <dgm:prSet presAssocID="{E2FF23B2-9F68-497C-9243-148F0E82EC95}" presName="dummyConnPt" presStyleCnt="0"/>
      <dgm:spPr/>
    </dgm:pt>
    <dgm:pt modelId="{4F68C11A-1AE4-4B7E-8E50-3DDC83CEAA8F}" type="pres">
      <dgm:prSet presAssocID="{E2FF23B2-9F68-497C-9243-148F0E82EC95}" presName="node" presStyleLbl="node1" presStyleIdx="2" presStyleCnt="9">
        <dgm:presLayoutVars>
          <dgm:bulletEnabled val="1"/>
        </dgm:presLayoutVars>
      </dgm:prSet>
      <dgm:spPr/>
    </dgm:pt>
    <dgm:pt modelId="{128BBB9B-F872-4BF0-8291-B6A6444B7143}" type="pres">
      <dgm:prSet presAssocID="{E6978B88-DCD2-42E8-82F2-5350E7AB1937}" presName="sibTrans" presStyleLbl="bgSibTrans2D1" presStyleIdx="2" presStyleCnt="8"/>
      <dgm:spPr/>
    </dgm:pt>
    <dgm:pt modelId="{8CAB95C2-8221-43B0-886B-888036A24767}" type="pres">
      <dgm:prSet presAssocID="{986B3509-42F2-4503-BF13-82259345AB80}" presName="compNode" presStyleCnt="0"/>
      <dgm:spPr/>
    </dgm:pt>
    <dgm:pt modelId="{7630ED06-DA02-4BDD-9D82-EB13CC83CDDE}" type="pres">
      <dgm:prSet presAssocID="{986B3509-42F2-4503-BF13-82259345AB80}" presName="dummyConnPt" presStyleCnt="0"/>
      <dgm:spPr/>
    </dgm:pt>
    <dgm:pt modelId="{756A5284-277A-4DA1-ACDA-6DE3516C6488}" type="pres">
      <dgm:prSet presAssocID="{986B3509-42F2-4503-BF13-82259345AB80}" presName="node" presStyleLbl="node1" presStyleIdx="3" presStyleCnt="9">
        <dgm:presLayoutVars>
          <dgm:bulletEnabled val="1"/>
        </dgm:presLayoutVars>
      </dgm:prSet>
      <dgm:spPr/>
    </dgm:pt>
    <dgm:pt modelId="{7ADF9FE0-520F-41E2-85AE-9A9C395ABC06}" type="pres">
      <dgm:prSet presAssocID="{457BC43E-9847-4421-9819-9B4EA9E4FF7D}" presName="sibTrans" presStyleLbl="bgSibTrans2D1" presStyleIdx="3" presStyleCnt="8"/>
      <dgm:spPr/>
    </dgm:pt>
    <dgm:pt modelId="{72455716-BC30-4353-9686-F76F87258B4F}" type="pres">
      <dgm:prSet presAssocID="{BFEBAF44-D869-4D8B-ACF8-519C09CAB6CC}" presName="compNode" presStyleCnt="0"/>
      <dgm:spPr/>
    </dgm:pt>
    <dgm:pt modelId="{CE5F0842-9298-41BD-AF44-8F890D880009}" type="pres">
      <dgm:prSet presAssocID="{BFEBAF44-D869-4D8B-ACF8-519C09CAB6CC}" presName="dummyConnPt" presStyleCnt="0"/>
      <dgm:spPr/>
    </dgm:pt>
    <dgm:pt modelId="{690F678C-CDFC-4BC8-AF4F-9FA1AC3CF05B}" type="pres">
      <dgm:prSet presAssocID="{BFEBAF44-D869-4D8B-ACF8-519C09CAB6CC}" presName="node" presStyleLbl="node1" presStyleIdx="4" presStyleCnt="9">
        <dgm:presLayoutVars>
          <dgm:bulletEnabled val="1"/>
        </dgm:presLayoutVars>
      </dgm:prSet>
      <dgm:spPr/>
    </dgm:pt>
    <dgm:pt modelId="{B28F45AF-812F-4043-B5AD-B79AD5C714AA}" type="pres">
      <dgm:prSet presAssocID="{E0D80AFC-515A-409B-95B6-2235D85C98C0}" presName="sibTrans" presStyleLbl="bgSibTrans2D1" presStyleIdx="4" presStyleCnt="8"/>
      <dgm:spPr/>
    </dgm:pt>
    <dgm:pt modelId="{A7571345-F747-4CB7-A52A-51618B49BB81}" type="pres">
      <dgm:prSet presAssocID="{F230CA6E-101C-40EC-9017-C22AC14F7A4D}" presName="compNode" presStyleCnt="0"/>
      <dgm:spPr/>
    </dgm:pt>
    <dgm:pt modelId="{9C977912-39E0-4EF6-96BC-68DF7D5DEEB9}" type="pres">
      <dgm:prSet presAssocID="{F230CA6E-101C-40EC-9017-C22AC14F7A4D}" presName="dummyConnPt" presStyleCnt="0"/>
      <dgm:spPr/>
    </dgm:pt>
    <dgm:pt modelId="{CFA49832-8BB1-4C77-AECC-7EF8BE0F3EFB}" type="pres">
      <dgm:prSet presAssocID="{F230CA6E-101C-40EC-9017-C22AC14F7A4D}" presName="node" presStyleLbl="node1" presStyleIdx="5" presStyleCnt="9">
        <dgm:presLayoutVars>
          <dgm:bulletEnabled val="1"/>
        </dgm:presLayoutVars>
      </dgm:prSet>
      <dgm:spPr/>
    </dgm:pt>
    <dgm:pt modelId="{564D62DA-C0A6-4997-B438-3DA0B294FC5E}" type="pres">
      <dgm:prSet presAssocID="{CFBFFF37-DEF2-48E0-89B7-BC8ED10BEEAE}" presName="sibTrans" presStyleLbl="bgSibTrans2D1" presStyleIdx="5" presStyleCnt="8"/>
      <dgm:spPr/>
    </dgm:pt>
    <dgm:pt modelId="{63806082-F2EE-461A-B465-6138345A1F33}" type="pres">
      <dgm:prSet presAssocID="{F996DF8C-8265-4752-84AF-29C5F80B83E3}" presName="compNode" presStyleCnt="0"/>
      <dgm:spPr/>
    </dgm:pt>
    <dgm:pt modelId="{3480F724-3B72-46B0-A579-B53B0F78865C}" type="pres">
      <dgm:prSet presAssocID="{F996DF8C-8265-4752-84AF-29C5F80B83E3}" presName="dummyConnPt" presStyleCnt="0"/>
      <dgm:spPr/>
    </dgm:pt>
    <dgm:pt modelId="{AFE624DC-6B62-49CE-AAAE-F384D3D5E054}" type="pres">
      <dgm:prSet presAssocID="{F996DF8C-8265-4752-84AF-29C5F80B83E3}" presName="node" presStyleLbl="node1" presStyleIdx="6" presStyleCnt="9">
        <dgm:presLayoutVars>
          <dgm:bulletEnabled val="1"/>
        </dgm:presLayoutVars>
      </dgm:prSet>
      <dgm:spPr/>
    </dgm:pt>
    <dgm:pt modelId="{C809AC9A-A231-4F64-A14C-B940D8F15608}" type="pres">
      <dgm:prSet presAssocID="{8BDE1163-D7EF-4255-AFA7-DFF036E293EE}" presName="sibTrans" presStyleLbl="bgSibTrans2D1" presStyleIdx="6" presStyleCnt="8"/>
      <dgm:spPr/>
    </dgm:pt>
    <dgm:pt modelId="{D2A55917-4B2F-4A38-AB21-261E5F8E7679}" type="pres">
      <dgm:prSet presAssocID="{453417DB-F608-49D0-AB5A-6014BAE95EDA}" presName="compNode" presStyleCnt="0"/>
      <dgm:spPr/>
    </dgm:pt>
    <dgm:pt modelId="{ECB630E2-48E4-4E15-80B6-C431D09727D6}" type="pres">
      <dgm:prSet presAssocID="{453417DB-F608-49D0-AB5A-6014BAE95EDA}" presName="dummyConnPt" presStyleCnt="0"/>
      <dgm:spPr/>
    </dgm:pt>
    <dgm:pt modelId="{194858CA-C173-4AAD-9C48-F977BFF542CB}" type="pres">
      <dgm:prSet presAssocID="{453417DB-F608-49D0-AB5A-6014BAE95EDA}" presName="node" presStyleLbl="node1" presStyleIdx="7" presStyleCnt="9">
        <dgm:presLayoutVars>
          <dgm:bulletEnabled val="1"/>
        </dgm:presLayoutVars>
      </dgm:prSet>
      <dgm:spPr/>
    </dgm:pt>
    <dgm:pt modelId="{2E69D7B9-DD3C-4F80-9A38-E41CCD0592A5}" type="pres">
      <dgm:prSet presAssocID="{4160957B-5136-4DCF-B345-500F268454DC}" presName="sibTrans" presStyleLbl="bgSibTrans2D1" presStyleIdx="7" presStyleCnt="8"/>
      <dgm:spPr/>
    </dgm:pt>
    <dgm:pt modelId="{45E08C1E-AAAC-452F-9ACD-ABBA5D6749F9}" type="pres">
      <dgm:prSet presAssocID="{2DA7F70F-D17F-4E38-A31C-27B7980D3CB6}" presName="compNode" presStyleCnt="0"/>
      <dgm:spPr/>
    </dgm:pt>
    <dgm:pt modelId="{1685FA13-3C62-4DAC-B7E6-E907D63239AF}" type="pres">
      <dgm:prSet presAssocID="{2DA7F70F-D17F-4E38-A31C-27B7980D3CB6}" presName="dummyConnPt" presStyleCnt="0"/>
      <dgm:spPr/>
    </dgm:pt>
    <dgm:pt modelId="{044D7DCB-6C70-406C-AF9F-EBF67C317A5E}" type="pres">
      <dgm:prSet presAssocID="{2DA7F70F-D17F-4E38-A31C-27B7980D3CB6}" presName="node" presStyleLbl="node1" presStyleIdx="8" presStyleCnt="9">
        <dgm:presLayoutVars>
          <dgm:bulletEnabled val="1"/>
        </dgm:presLayoutVars>
      </dgm:prSet>
      <dgm:spPr/>
    </dgm:pt>
  </dgm:ptLst>
  <dgm:cxnLst>
    <dgm:cxn modelId="{1A64A00A-F12B-42B0-90C6-B90A43B01D56}" type="presOf" srcId="{BFEBAF44-D869-4D8B-ACF8-519C09CAB6CC}" destId="{690F678C-CDFC-4BC8-AF4F-9FA1AC3CF05B}" srcOrd="0" destOrd="0" presId="urn:microsoft.com/office/officeart/2005/8/layout/bProcess4"/>
    <dgm:cxn modelId="{1C2D9E1A-0DD7-4727-87A0-9AB60C3B051D}" srcId="{3555CAF4-41B6-4D2D-B198-B488B702EAEE}" destId="{E2FF23B2-9F68-497C-9243-148F0E82EC95}" srcOrd="2" destOrd="0" parTransId="{15B593B5-5AF9-4708-B023-14719DEC2EB8}" sibTransId="{E6978B88-DCD2-42E8-82F2-5350E7AB1937}"/>
    <dgm:cxn modelId="{40EC7E22-E650-4338-8160-BF300286B797}" type="presOf" srcId="{8BDE1163-D7EF-4255-AFA7-DFF036E293EE}" destId="{C809AC9A-A231-4F64-A14C-B940D8F15608}" srcOrd="0" destOrd="0" presId="urn:microsoft.com/office/officeart/2005/8/layout/bProcess4"/>
    <dgm:cxn modelId="{19147932-E8EF-44A0-BFA9-39B418D7951A}" type="presOf" srcId="{8D9F0CD5-626E-42F5-949E-E2D51719B572}" destId="{43D2E4A3-9302-4F6D-9696-B458F459B0E5}" srcOrd="0" destOrd="0" presId="urn:microsoft.com/office/officeart/2005/8/layout/bProcess4"/>
    <dgm:cxn modelId="{35E70B40-D351-4411-A2CB-63412E087746}" type="presOf" srcId="{CFBFFF37-DEF2-48E0-89B7-BC8ED10BEEAE}" destId="{564D62DA-C0A6-4997-B438-3DA0B294FC5E}" srcOrd="0" destOrd="0" presId="urn:microsoft.com/office/officeart/2005/8/layout/bProcess4"/>
    <dgm:cxn modelId="{849CA245-4796-4F48-AE41-1BB009E8D075}" srcId="{3555CAF4-41B6-4D2D-B198-B488B702EAEE}" destId="{F996DF8C-8265-4752-84AF-29C5F80B83E3}" srcOrd="6" destOrd="0" parTransId="{C60ED333-C074-4F84-8A46-2B4A263459A6}" sibTransId="{8BDE1163-D7EF-4255-AFA7-DFF036E293EE}"/>
    <dgm:cxn modelId="{4B580D6B-0B18-4600-A89B-9849BF51401F}" type="presOf" srcId="{E6978B88-DCD2-42E8-82F2-5350E7AB1937}" destId="{128BBB9B-F872-4BF0-8291-B6A6444B7143}" srcOrd="0" destOrd="0" presId="urn:microsoft.com/office/officeart/2005/8/layout/bProcess4"/>
    <dgm:cxn modelId="{1BFF104C-BE95-4DF6-8130-C3A99049AC53}" srcId="{3555CAF4-41B6-4D2D-B198-B488B702EAEE}" destId="{2DA7F70F-D17F-4E38-A31C-27B7980D3CB6}" srcOrd="8" destOrd="0" parTransId="{51EB0CAB-A2B8-41BD-B0C2-E6DCAF85614D}" sibTransId="{D13F9ED0-A961-45FB-A3AF-6B3DF33E8496}"/>
    <dgm:cxn modelId="{AFE77F4C-47D0-46AA-B439-63A8E48DFE55}" type="presOf" srcId="{4160957B-5136-4DCF-B345-500F268454DC}" destId="{2E69D7B9-DD3C-4F80-9A38-E41CCD0592A5}" srcOrd="0" destOrd="0" presId="urn:microsoft.com/office/officeart/2005/8/layout/bProcess4"/>
    <dgm:cxn modelId="{B1F1DF50-F8E0-4B03-BF13-16E938805624}" type="presOf" srcId="{453417DB-F608-49D0-AB5A-6014BAE95EDA}" destId="{194858CA-C173-4AAD-9C48-F977BFF542CB}" srcOrd="0" destOrd="0" presId="urn:microsoft.com/office/officeart/2005/8/layout/bProcess4"/>
    <dgm:cxn modelId="{9FFB1B73-D886-4656-BC44-5FBFFF4AF49E}" srcId="{3555CAF4-41B6-4D2D-B198-B488B702EAEE}" destId="{F230CA6E-101C-40EC-9017-C22AC14F7A4D}" srcOrd="5" destOrd="0" parTransId="{22FFCC43-7AD2-4CC5-BD6C-056BA1881DC7}" sibTransId="{CFBFFF37-DEF2-48E0-89B7-BC8ED10BEEAE}"/>
    <dgm:cxn modelId="{7DBE8F77-8AAA-45B7-81EA-B10836DEC7CF}" type="presOf" srcId="{CE0EDE98-1E1F-4CC7-AD5C-70DBD78580C3}" destId="{3DD91466-04EA-4BC1-AB78-04B054EF8B39}" srcOrd="0" destOrd="0" presId="urn:microsoft.com/office/officeart/2005/8/layout/bProcess4"/>
    <dgm:cxn modelId="{01822F58-DEB6-49B0-98AC-4549F673B8E7}" type="presOf" srcId="{F996DF8C-8265-4752-84AF-29C5F80B83E3}" destId="{AFE624DC-6B62-49CE-AAAE-F384D3D5E054}" srcOrd="0" destOrd="0" presId="urn:microsoft.com/office/officeart/2005/8/layout/bProcess4"/>
    <dgm:cxn modelId="{294C5D5A-E015-4790-956B-CA3E91BC0AC0}" type="presOf" srcId="{2DA7F70F-D17F-4E38-A31C-27B7980D3CB6}" destId="{044D7DCB-6C70-406C-AF9F-EBF67C317A5E}" srcOrd="0" destOrd="0" presId="urn:microsoft.com/office/officeart/2005/8/layout/bProcess4"/>
    <dgm:cxn modelId="{BF48277B-3102-41EC-96E3-CFD0719FAA73}" type="presOf" srcId="{F230CA6E-101C-40EC-9017-C22AC14F7A4D}" destId="{CFA49832-8BB1-4C77-AECC-7EF8BE0F3EFB}" srcOrd="0" destOrd="0" presId="urn:microsoft.com/office/officeart/2005/8/layout/bProcess4"/>
    <dgm:cxn modelId="{3F742292-0B8D-45AC-870B-56B3193EDB5D}" type="presOf" srcId="{E0D80AFC-515A-409B-95B6-2235D85C98C0}" destId="{B28F45AF-812F-4043-B5AD-B79AD5C714AA}" srcOrd="0" destOrd="0" presId="urn:microsoft.com/office/officeart/2005/8/layout/bProcess4"/>
    <dgm:cxn modelId="{7AE06B92-A46C-4469-A5F8-5D67E3F68E70}" srcId="{3555CAF4-41B6-4D2D-B198-B488B702EAEE}" destId="{70BC3B90-06B2-402E-BE17-C975A79B169D}" srcOrd="0" destOrd="0" parTransId="{1C3D991D-0467-48E9-B07C-19E8E14FFDD3}" sibTransId="{3C83E35A-A29D-4120-AA36-9C4CA9885B00}"/>
    <dgm:cxn modelId="{E7D38D9F-4928-44B4-AA21-B2070124713C}" type="presOf" srcId="{70BC3B90-06B2-402E-BE17-C975A79B169D}" destId="{0D71D46F-DD86-45EA-AE1B-7FD7E530DF1E}" srcOrd="0" destOrd="0" presId="urn:microsoft.com/office/officeart/2005/8/layout/bProcess4"/>
    <dgm:cxn modelId="{00B6CBA7-BE5D-41A7-8876-56B31DF57417}" type="presOf" srcId="{986B3509-42F2-4503-BF13-82259345AB80}" destId="{756A5284-277A-4DA1-ACDA-6DE3516C6488}" srcOrd="0" destOrd="0" presId="urn:microsoft.com/office/officeart/2005/8/layout/bProcess4"/>
    <dgm:cxn modelId="{4186D1AA-8586-4FC2-BE9B-0C73870D48E1}" type="presOf" srcId="{457BC43E-9847-4421-9819-9B4EA9E4FF7D}" destId="{7ADF9FE0-520F-41E2-85AE-9A9C395ABC06}" srcOrd="0" destOrd="0" presId="urn:microsoft.com/office/officeart/2005/8/layout/bProcess4"/>
    <dgm:cxn modelId="{02175EB0-9095-475C-B5B2-D3754195F716}" srcId="{3555CAF4-41B6-4D2D-B198-B488B702EAEE}" destId="{8D9F0CD5-626E-42F5-949E-E2D51719B572}" srcOrd="1" destOrd="0" parTransId="{EE08A1E5-63BB-439A-93B3-B42CBCBDD797}" sibTransId="{CE0EDE98-1E1F-4CC7-AD5C-70DBD78580C3}"/>
    <dgm:cxn modelId="{90C6BDB7-B870-42C9-95DB-0168694D5998}" type="presOf" srcId="{3555CAF4-41B6-4D2D-B198-B488B702EAEE}" destId="{311BDB43-FC5C-44B0-BF01-018D3DAD0932}" srcOrd="0" destOrd="0" presId="urn:microsoft.com/office/officeart/2005/8/layout/bProcess4"/>
    <dgm:cxn modelId="{5705C8C6-5A0E-4BC4-A152-AF119ABF1842}" type="presOf" srcId="{3C83E35A-A29D-4120-AA36-9C4CA9885B00}" destId="{FFBC2C69-F1B6-4E8E-8CF8-AC1C5B925805}" srcOrd="0" destOrd="0" presId="urn:microsoft.com/office/officeart/2005/8/layout/bProcess4"/>
    <dgm:cxn modelId="{789BADF3-976C-4741-A078-58390CA02A93}" srcId="{3555CAF4-41B6-4D2D-B198-B488B702EAEE}" destId="{453417DB-F608-49D0-AB5A-6014BAE95EDA}" srcOrd="7" destOrd="0" parTransId="{43ABE4D1-678F-46D0-BFB1-686802DB15B4}" sibTransId="{4160957B-5136-4DCF-B345-500F268454DC}"/>
    <dgm:cxn modelId="{D2A705F9-73E3-4225-B271-34CCE9FE8C5D}" srcId="{3555CAF4-41B6-4D2D-B198-B488B702EAEE}" destId="{BFEBAF44-D869-4D8B-ACF8-519C09CAB6CC}" srcOrd="4" destOrd="0" parTransId="{71A829CF-E883-4F34-B197-B70EEB2F6D79}" sibTransId="{E0D80AFC-515A-409B-95B6-2235D85C98C0}"/>
    <dgm:cxn modelId="{B9B43FFC-B342-4F46-A38B-824DB291EBE0}" srcId="{3555CAF4-41B6-4D2D-B198-B488B702EAEE}" destId="{986B3509-42F2-4503-BF13-82259345AB80}" srcOrd="3" destOrd="0" parTransId="{8FE5DDE3-68C3-4284-8663-ADE2449A53D3}" sibTransId="{457BC43E-9847-4421-9819-9B4EA9E4FF7D}"/>
    <dgm:cxn modelId="{8BCEFEFC-C0FA-4470-A070-022F30ED0087}" type="presOf" srcId="{E2FF23B2-9F68-497C-9243-148F0E82EC95}" destId="{4F68C11A-1AE4-4B7E-8E50-3DDC83CEAA8F}" srcOrd="0" destOrd="0" presId="urn:microsoft.com/office/officeart/2005/8/layout/bProcess4"/>
    <dgm:cxn modelId="{B67E8267-5707-48E5-B481-BDE0FCC80FC9}" type="presParOf" srcId="{311BDB43-FC5C-44B0-BF01-018D3DAD0932}" destId="{A937D8A6-FE2D-4DDD-8E04-7EC1C6E51DFE}" srcOrd="0" destOrd="0" presId="urn:microsoft.com/office/officeart/2005/8/layout/bProcess4"/>
    <dgm:cxn modelId="{17FA3E06-F4EB-4362-A2A7-B6FA02154EA9}" type="presParOf" srcId="{A937D8A6-FE2D-4DDD-8E04-7EC1C6E51DFE}" destId="{F0243812-5660-476F-BCF0-ECA3E26EE40F}" srcOrd="0" destOrd="0" presId="urn:microsoft.com/office/officeart/2005/8/layout/bProcess4"/>
    <dgm:cxn modelId="{6C41E540-E7E5-4DB2-B891-5FA77AFAACBA}" type="presParOf" srcId="{A937D8A6-FE2D-4DDD-8E04-7EC1C6E51DFE}" destId="{0D71D46F-DD86-45EA-AE1B-7FD7E530DF1E}" srcOrd="1" destOrd="0" presId="urn:microsoft.com/office/officeart/2005/8/layout/bProcess4"/>
    <dgm:cxn modelId="{A0DA2F80-2889-46D0-9AA3-5E2E7BB91409}" type="presParOf" srcId="{311BDB43-FC5C-44B0-BF01-018D3DAD0932}" destId="{FFBC2C69-F1B6-4E8E-8CF8-AC1C5B925805}" srcOrd="1" destOrd="0" presId="urn:microsoft.com/office/officeart/2005/8/layout/bProcess4"/>
    <dgm:cxn modelId="{6E433FFC-BBBA-4EB4-AE06-76E275EAEC08}" type="presParOf" srcId="{311BDB43-FC5C-44B0-BF01-018D3DAD0932}" destId="{1CC9057E-68A6-4E9F-8969-34D14BCA1C3A}" srcOrd="2" destOrd="0" presId="urn:microsoft.com/office/officeart/2005/8/layout/bProcess4"/>
    <dgm:cxn modelId="{F128C699-E370-4903-95E9-7AF57C822BFE}" type="presParOf" srcId="{1CC9057E-68A6-4E9F-8969-34D14BCA1C3A}" destId="{85D4CF08-889F-48C8-B806-213152F5E71B}" srcOrd="0" destOrd="0" presId="urn:microsoft.com/office/officeart/2005/8/layout/bProcess4"/>
    <dgm:cxn modelId="{1A3AF85D-02D9-4FD5-9982-D634876C4ECE}" type="presParOf" srcId="{1CC9057E-68A6-4E9F-8969-34D14BCA1C3A}" destId="{43D2E4A3-9302-4F6D-9696-B458F459B0E5}" srcOrd="1" destOrd="0" presId="urn:microsoft.com/office/officeart/2005/8/layout/bProcess4"/>
    <dgm:cxn modelId="{8AAA7B14-EC6B-435B-8DF3-284168BDBA31}" type="presParOf" srcId="{311BDB43-FC5C-44B0-BF01-018D3DAD0932}" destId="{3DD91466-04EA-4BC1-AB78-04B054EF8B39}" srcOrd="3" destOrd="0" presId="urn:microsoft.com/office/officeart/2005/8/layout/bProcess4"/>
    <dgm:cxn modelId="{F385FD43-9083-427C-AF9B-5C37D7945207}" type="presParOf" srcId="{311BDB43-FC5C-44B0-BF01-018D3DAD0932}" destId="{4DCA66FB-4927-48EB-9D46-B9396D65E667}" srcOrd="4" destOrd="0" presId="urn:microsoft.com/office/officeart/2005/8/layout/bProcess4"/>
    <dgm:cxn modelId="{3A3DF614-5E87-48AB-80BD-34B443F9F411}" type="presParOf" srcId="{4DCA66FB-4927-48EB-9D46-B9396D65E667}" destId="{1B2E0629-5063-4A37-A90B-3215E1C6781B}" srcOrd="0" destOrd="0" presId="urn:microsoft.com/office/officeart/2005/8/layout/bProcess4"/>
    <dgm:cxn modelId="{9172EC3A-96BC-4B4C-8ED1-C6BF68653F0D}" type="presParOf" srcId="{4DCA66FB-4927-48EB-9D46-B9396D65E667}" destId="{4F68C11A-1AE4-4B7E-8E50-3DDC83CEAA8F}" srcOrd="1" destOrd="0" presId="urn:microsoft.com/office/officeart/2005/8/layout/bProcess4"/>
    <dgm:cxn modelId="{B8502FA2-B462-4C0A-BB39-ED0A2DBD441A}" type="presParOf" srcId="{311BDB43-FC5C-44B0-BF01-018D3DAD0932}" destId="{128BBB9B-F872-4BF0-8291-B6A6444B7143}" srcOrd="5" destOrd="0" presId="urn:microsoft.com/office/officeart/2005/8/layout/bProcess4"/>
    <dgm:cxn modelId="{77D3BACC-B92C-451A-A950-EF1EAFC82CE7}" type="presParOf" srcId="{311BDB43-FC5C-44B0-BF01-018D3DAD0932}" destId="{8CAB95C2-8221-43B0-886B-888036A24767}" srcOrd="6" destOrd="0" presId="urn:microsoft.com/office/officeart/2005/8/layout/bProcess4"/>
    <dgm:cxn modelId="{A26FD769-2D4A-4BA3-99B9-124785D79326}" type="presParOf" srcId="{8CAB95C2-8221-43B0-886B-888036A24767}" destId="{7630ED06-DA02-4BDD-9D82-EB13CC83CDDE}" srcOrd="0" destOrd="0" presId="urn:microsoft.com/office/officeart/2005/8/layout/bProcess4"/>
    <dgm:cxn modelId="{33B036AA-80FD-47E0-AB82-6C20705C43E3}" type="presParOf" srcId="{8CAB95C2-8221-43B0-886B-888036A24767}" destId="{756A5284-277A-4DA1-ACDA-6DE3516C6488}" srcOrd="1" destOrd="0" presId="urn:microsoft.com/office/officeart/2005/8/layout/bProcess4"/>
    <dgm:cxn modelId="{2496C9BB-9AB8-4B80-8C79-2663E2F4BFEE}" type="presParOf" srcId="{311BDB43-FC5C-44B0-BF01-018D3DAD0932}" destId="{7ADF9FE0-520F-41E2-85AE-9A9C395ABC06}" srcOrd="7" destOrd="0" presId="urn:microsoft.com/office/officeart/2005/8/layout/bProcess4"/>
    <dgm:cxn modelId="{960D669F-F030-4E21-BB98-1EE5562BC4B9}" type="presParOf" srcId="{311BDB43-FC5C-44B0-BF01-018D3DAD0932}" destId="{72455716-BC30-4353-9686-F76F87258B4F}" srcOrd="8" destOrd="0" presId="urn:microsoft.com/office/officeart/2005/8/layout/bProcess4"/>
    <dgm:cxn modelId="{D96464CB-312C-4F61-B01B-56B3D849F2AA}" type="presParOf" srcId="{72455716-BC30-4353-9686-F76F87258B4F}" destId="{CE5F0842-9298-41BD-AF44-8F890D880009}" srcOrd="0" destOrd="0" presId="urn:microsoft.com/office/officeart/2005/8/layout/bProcess4"/>
    <dgm:cxn modelId="{CD7C12D8-2DDC-4138-9D3D-0D8367D60C6C}" type="presParOf" srcId="{72455716-BC30-4353-9686-F76F87258B4F}" destId="{690F678C-CDFC-4BC8-AF4F-9FA1AC3CF05B}" srcOrd="1" destOrd="0" presId="urn:microsoft.com/office/officeart/2005/8/layout/bProcess4"/>
    <dgm:cxn modelId="{102C4967-C475-4C4A-B9B2-21B0E367B340}" type="presParOf" srcId="{311BDB43-FC5C-44B0-BF01-018D3DAD0932}" destId="{B28F45AF-812F-4043-B5AD-B79AD5C714AA}" srcOrd="9" destOrd="0" presId="urn:microsoft.com/office/officeart/2005/8/layout/bProcess4"/>
    <dgm:cxn modelId="{7E592337-311F-46DB-8D4C-37D481522521}" type="presParOf" srcId="{311BDB43-FC5C-44B0-BF01-018D3DAD0932}" destId="{A7571345-F747-4CB7-A52A-51618B49BB81}" srcOrd="10" destOrd="0" presId="urn:microsoft.com/office/officeart/2005/8/layout/bProcess4"/>
    <dgm:cxn modelId="{04E53B60-0FEC-479F-9CFB-EE44E6E4B718}" type="presParOf" srcId="{A7571345-F747-4CB7-A52A-51618B49BB81}" destId="{9C977912-39E0-4EF6-96BC-68DF7D5DEEB9}" srcOrd="0" destOrd="0" presId="urn:microsoft.com/office/officeart/2005/8/layout/bProcess4"/>
    <dgm:cxn modelId="{5CD9630A-C0A1-4C9A-B3AD-7FF6A898FAE4}" type="presParOf" srcId="{A7571345-F747-4CB7-A52A-51618B49BB81}" destId="{CFA49832-8BB1-4C77-AECC-7EF8BE0F3EFB}" srcOrd="1" destOrd="0" presId="urn:microsoft.com/office/officeart/2005/8/layout/bProcess4"/>
    <dgm:cxn modelId="{51EC1436-0221-4662-AF51-C9532A89E8CD}" type="presParOf" srcId="{311BDB43-FC5C-44B0-BF01-018D3DAD0932}" destId="{564D62DA-C0A6-4997-B438-3DA0B294FC5E}" srcOrd="11" destOrd="0" presId="urn:microsoft.com/office/officeart/2005/8/layout/bProcess4"/>
    <dgm:cxn modelId="{C8B6BE4F-E2FC-434E-A9AA-B86EDFFDA7CE}" type="presParOf" srcId="{311BDB43-FC5C-44B0-BF01-018D3DAD0932}" destId="{63806082-F2EE-461A-B465-6138345A1F33}" srcOrd="12" destOrd="0" presId="urn:microsoft.com/office/officeart/2005/8/layout/bProcess4"/>
    <dgm:cxn modelId="{C6E9C34D-5CB1-4AD0-B5BD-AD83B585C0AE}" type="presParOf" srcId="{63806082-F2EE-461A-B465-6138345A1F33}" destId="{3480F724-3B72-46B0-A579-B53B0F78865C}" srcOrd="0" destOrd="0" presId="urn:microsoft.com/office/officeart/2005/8/layout/bProcess4"/>
    <dgm:cxn modelId="{2E26FCD4-1D03-4A2A-8B1E-F881622704D6}" type="presParOf" srcId="{63806082-F2EE-461A-B465-6138345A1F33}" destId="{AFE624DC-6B62-49CE-AAAE-F384D3D5E054}" srcOrd="1" destOrd="0" presId="urn:microsoft.com/office/officeart/2005/8/layout/bProcess4"/>
    <dgm:cxn modelId="{68919EB7-90B2-4E2D-84CD-FA2CA5C2CC6C}" type="presParOf" srcId="{311BDB43-FC5C-44B0-BF01-018D3DAD0932}" destId="{C809AC9A-A231-4F64-A14C-B940D8F15608}" srcOrd="13" destOrd="0" presId="urn:microsoft.com/office/officeart/2005/8/layout/bProcess4"/>
    <dgm:cxn modelId="{ECD3D78D-C95F-4E3D-87DF-4398D6F94D75}" type="presParOf" srcId="{311BDB43-FC5C-44B0-BF01-018D3DAD0932}" destId="{D2A55917-4B2F-4A38-AB21-261E5F8E7679}" srcOrd="14" destOrd="0" presId="urn:microsoft.com/office/officeart/2005/8/layout/bProcess4"/>
    <dgm:cxn modelId="{36A6B0BD-A3B7-4816-8897-F6EBA88E95E9}" type="presParOf" srcId="{D2A55917-4B2F-4A38-AB21-261E5F8E7679}" destId="{ECB630E2-48E4-4E15-80B6-C431D09727D6}" srcOrd="0" destOrd="0" presId="urn:microsoft.com/office/officeart/2005/8/layout/bProcess4"/>
    <dgm:cxn modelId="{CB23E465-DDB2-4822-8AA8-F4F44F7AECFA}" type="presParOf" srcId="{D2A55917-4B2F-4A38-AB21-261E5F8E7679}" destId="{194858CA-C173-4AAD-9C48-F977BFF542CB}" srcOrd="1" destOrd="0" presId="urn:microsoft.com/office/officeart/2005/8/layout/bProcess4"/>
    <dgm:cxn modelId="{B06567AD-5C87-4DF7-834C-4D77918BB890}" type="presParOf" srcId="{311BDB43-FC5C-44B0-BF01-018D3DAD0932}" destId="{2E69D7B9-DD3C-4F80-9A38-E41CCD0592A5}" srcOrd="15" destOrd="0" presId="urn:microsoft.com/office/officeart/2005/8/layout/bProcess4"/>
    <dgm:cxn modelId="{B5FE6B5C-BB4B-4B09-88E0-84C7ADC0D666}" type="presParOf" srcId="{311BDB43-FC5C-44B0-BF01-018D3DAD0932}" destId="{45E08C1E-AAAC-452F-9ACD-ABBA5D6749F9}" srcOrd="16" destOrd="0" presId="urn:microsoft.com/office/officeart/2005/8/layout/bProcess4"/>
    <dgm:cxn modelId="{DA383AC4-532C-438C-97D9-F4FECE8E025F}" type="presParOf" srcId="{45E08C1E-AAAC-452F-9ACD-ABBA5D6749F9}" destId="{1685FA13-3C62-4DAC-B7E6-E907D63239AF}" srcOrd="0" destOrd="0" presId="urn:microsoft.com/office/officeart/2005/8/layout/bProcess4"/>
    <dgm:cxn modelId="{ADF90E67-53A9-48AB-BBF5-4C9BD9421D60}" type="presParOf" srcId="{45E08C1E-AAAC-452F-9ACD-ABBA5D6749F9}" destId="{044D7DCB-6C70-406C-AF9F-EBF67C317A5E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EC0D80A-0F44-4093-A117-7175481E0976}" type="doc">
      <dgm:prSet loTypeId="urn:microsoft.com/office/officeart/2005/8/layout/targe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A0D707C-B43A-4F1B-9F04-1C09110E97DE}">
      <dgm:prSet phldrT="[Text]" phldr="0"/>
      <dgm:spPr/>
      <dgm:t>
        <a:bodyPr/>
        <a:lstStyle/>
        <a:p>
          <a:r>
            <a:rPr lang="en-IN" dirty="0"/>
            <a:t>Who are our highest-value customers?</a:t>
          </a:r>
        </a:p>
      </dgm:t>
    </dgm:pt>
    <dgm:pt modelId="{12AA5A86-00F6-4D7E-98C9-86C13A9F0A62}" type="parTrans" cxnId="{783AAC3E-2D7C-48E2-9164-3F17EE934BC3}">
      <dgm:prSet/>
      <dgm:spPr/>
      <dgm:t>
        <a:bodyPr/>
        <a:lstStyle/>
        <a:p>
          <a:endParaRPr lang="en-IN"/>
        </a:p>
      </dgm:t>
    </dgm:pt>
    <dgm:pt modelId="{800BD28A-267D-46D3-9180-148048EB1FA6}" type="sibTrans" cxnId="{783AAC3E-2D7C-48E2-9164-3F17EE934BC3}">
      <dgm:prSet/>
      <dgm:spPr/>
      <dgm:t>
        <a:bodyPr/>
        <a:lstStyle/>
        <a:p>
          <a:endParaRPr lang="en-IN"/>
        </a:p>
      </dgm:t>
    </dgm:pt>
    <dgm:pt modelId="{0BE1A5B9-8EE2-483E-AA90-A5394FBFC06A}">
      <dgm:prSet phldrT="[Text]" phldr="0"/>
      <dgm:spPr/>
      <dgm:t>
        <a:bodyPr/>
        <a:lstStyle/>
        <a:p>
          <a:r>
            <a:rPr lang="en-IN" dirty="0"/>
            <a:t>Customer Value</a:t>
          </a:r>
        </a:p>
      </dgm:t>
    </dgm:pt>
    <dgm:pt modelId="{89EB27C3-B24F-4DB2-9A91-31B07EBCA297}" type="parTrans" cxnId="{936594B1-4EE5-4A58-94DC-666EDA746ECB}">
      <dgm:prSet/>
      <dgm:spPr/>
      <dgm:t>
        <a:bodyPr/>
        <a:lstStyle/>
        <a:p>
          <a:endParaRPr lang="en-IN"/>
        </a:p>
      </dgm:t>
    </dgm:pt>
    <dgm:pt modelId="{8A209DF1-1B31-41CB-A23F-9690CB0BA095}" type="sibTrans" cxnId="{936594B1-4EE5-4A58-94DC-666EDA746ECB}">
      <dgm:prSet/>
      <dgm:spPr/>
      <dgm:t>
        <a:bodyPr/>
        <a:lstStyle/>
        <a:p>
          <a:endParaRPr lang="en-IN"/>
        </a:p>
      </dgm:t>
    </dgm:pt>
    <dgm:pt modelId="{7647A342-2B94-4365-B000-208D81D76098}">
      <dgm:prSet phldrT="[Text]" phldr="0"/>
      <dgm:spPr/>
      <dgm:t>
        <a:bodyPr/>
        <a:lstStyle/>
        <a:p>
          <a:r>
            <a:rPr lang="en-IN" dirty="0"/>
            <a:t>Which cities generate the most revenue?</a:t>
          </a:r>
        </a:p>
      </dgm:t>
    </dgm:pt>
    <dgm:pt modelId="{83486D33-DC85-456F-AB47-4A25B8D0EC2D}" type="parTrans" cxnId="{7FAB094E-A2F4-44EE-A153-92A0E95D4602}">
      <dgm:prSet/>
      <dgm:spPr/>
      <dgm:t>
        <a:bodyPr/>
        <a:lstStyle/>
        <a:p>
          <a:endParaRPr lang="en-IN"/>
        </a:p>
      </dgm:t>
    </dgm:pt>
    <dgm:pt modelId="{BB26B43B-95B8-443C-834C-7A6C2909B84A}" type="sibTrans" cxnId="{7FAB094E-A2F4-44EE-A153-92A0E95D4602}">
      <dgm:prSet/>
      <dgm:spPr/>
      <dgm:t>
        <a:bodyPr/>
        <a:lstStyle/>
        <a:p>
          <a:endParaRPr lang="en-IN"/>
        </a:p>
      </dgm:t>
    </dgm:pt>
    <dgm:pt modelId="{54C5BA03-4446-4059-A6B1-41191D172C84}">
      <dgm:prSet phldrT="[Text]" phldr="0"/>
      <dgm:spPr/>
      <dgm:t>
        <a:bodyPr/>
        <a:lstStyle/>
        <a:p>
          <a:r>
            <a:rPr lang="en-IN" dirty="0"/>
            <a:t>Geographic Performance</a:t>
          </a:r>
        </a:p>
      </dgm:t>
    </dgm:pt>
    <dgm:pt modelId="{5DA8FA35-608F-4F9C-8C01-345A68B0B84E}" type="parTrans" cxnId="{8FB60A75-A80A-42EB-BE8E-D71B763D1416}">
      <dgm:prSet/>
      <dgm:spPr/>
      <dgm:t>
        <a:bodyPr/>
        <a:lstStyle/>
        <a:p>
          <a:endParaRPr lang="en-IN"/>
        </a:p>
      </dgm:t>
    </dgm:pt>
    <dgm:pt modelId="{A75F3492-39A5-4891-B8FA-1E26447C4B67}" type="sibTrans" cxnId="{8FB60A75-A80A-42EB-BE8E-D71B763D1416}">
      <dgm:prSet/>
      <dgm:spPr/>
      <dgm:t>
        <a:bodyPr/>
        <a:lstStyle/>
        <a:p>
          <a:endParaRPr lang="en-IN"/>
        </a:p>
      </dgm:t>
    </dgm:pt>
    <dgm:pt modelId="{7B839BD6-1983-4779-9B8A-573B3672628F}">
      <dgm:prSet phldrT="[Text]" phldr="0"/>
      <dgm:spPr/>
      <dgm:t>
        <a:bodyPr/>
        <a:lstStyle/>
        <a:p>
          <a:r>
            <a:rPr lang="en-IN" dirty="0"/>
            <a:t>How do customers prefer to pay?</a:t>
          </a:r>
        </a:p>
      </dgm:t>
    </dgm:pt>
    <dgm:pt modelId="{A9529BA8-F36F-4C14-92C8-3200EB1A0428}" type="parTrans" cxnId="{0660870C-63C3-4C32-9472-FBEDAD5D00B3}">
      <dgm:prSet/>
      <dgm:spPr/>
      <dgm:t>
        <a:bodyPr/>
        <a:lstStyle/>
        <a:p>
          <a:endParaRPr lang="en-IN"/>
        </a:p>
      </dgm:t>
    </dgm:pt>
    <dgm:pt modelId="{895F0819-514A-49F9-81CD-7FA4D1D172D4}" type="sibTrans" cxnId="{0660870C-63C3-4C32-9472-FBEDAD5D00B3}">
      <dgm:prSet/>
      <dgm:spPr/>
      <dgm:t>
        <a:bodyPr/>
        <a:lstStyle/>
        <a:p>
          <a:endParaRPr lang="en-IN"/>
        </a:p>
      </dgm:t>
    </dgm:pt>
    <dgm:pt modelId="{781ABD17-DB66-431A-8E6D-F3B8F6193A3C}">
      <dgm:prSet phldrT="[Text]" phldr="0"/>
      <dgm:spPr/>
      <dgm:t>
        <a:bodyPr/>
        <a:lstStyle/>
        <a:p>
          <a:r>
            <a:rPr lang="en-IN" dirty="0"/>
            <a:t>Payment Behaviour</a:t>
          </a:r>
        </a:p>
      </dgm:t>
    </dgm:pt>
    <dgm:pt modelId="{6D40DA3C-0A8A-4186-9B14-C8BBD5BE2DCF}" type="parTrans" cxnId="{8B3FC4EF-DD3F-4564-A00D-965AC3099088}">
      <dgm:prSet/>
      <dgm:spPr/>
      <dgm:t>
        <a:bodyPr/>
        <a:lstStyle/>
        <a:p>
          <a:endParaRPr lang="en-IN"/>
        </a:p>
      </dgm:t>
    </dgm:pt>
    <dgm:pt modelId="{10747FD6-7945-4B30-BA06-6F334A4E42A9}" type="sibTrans" cxnId="{8B3FC4EF-DD3F-4564-A00D-965AC3099088}">
      <dgm:prSet/>
      <dgm:spPr/>
      <dgm:t>
        <a:bodyPr/>
        <a:lstStyle/>
        <a:p>
          <a:endParaRPr lang="en-IN"/>
        </a:p>
      </dgm:t>
    </dgm:pt>
    <dgm:pt modelId="{008367D6-63DD-4F97-82E2-0D37FCBAB8C3}">
      <dgm:prSet phldrT="[Text]" phldr="0"/>
      <dgm:spPr/>
      <dgm:t>
        <a:bodyPr/>
        <a:lstStyle/>
        <a:p>
          <a:r>
            <a:rPr lang="en-IN" dirty="0"/>
            <a:t>Which loyalty tiers contribute the most revenue?</a:t>
          </a:r>
        </a:p>
      </dgm:t>
    </dgm:pt>
    <dgm:pt modelId="{572BCB40-4B7D-4835-9E5F-22396B453E39}" type="parTrans" cxnId="{62B82AFF-E2B8-42DD-A64B-BEEB713F3471}">
      <dgm:prSet/>
      <dgm:spPr/>
      <dgm:t>
        <a:bodyPr/>
        <a:lstStyle/>
        <a:p>
          <a:endParaRPr lang="en-IN"/>
        </a:p>
      </dgm:t>
    </dgm:pt>
    <dgm:pt modelId="{52165BE2-59A9-4A68-AB85-3EBD367905DC}" type="sibTrans" cxnId="{62B82AFF-E2B8-42DD-A64B-BEEB713F3471}">
      <dgm:prSet/>
      <dgm:spPr/>
      <dgm:t>
        <a:bodyPr/>
        <a:lstStyle/>
        <a:p>
          <a:endParaRPr lang="en-IN"/>
        </a:p>
      </dgm:t>
    </dgm:pt>
    <dgm:pt modelId="{3E106055-65B8-4371-A4E4-E66B8C070B32}">
      <dgm:prSet phldrT="[Text]" phldr="0"/>
      <dgm:spPr/>
      <dgm:t>
        <a:bodyPr/>
        <a:lstStyle/>
        <a:p>
          <a:r>
            <a:rPr lang="en-IN" dirty="0"/>
            <a:t>Loyalty performance</a:t>
          </a:r>
        </a:p>
      </dgm:t>
    </dgm:pt>
    <dgm:pt modelId="{A89F95FD-94F9-48B5-9128-AC78F5DBAE38}" type="parTrans" cxnId="{D67EE86D-358E-4F4C-9154-36D7B74BD8F4}">
      <dgm:prSet/>
      <dgm:spPr/>
      <dgm:t>
        <a:bodyPr/>
        <a:lstStyle/>
        <a:p>
          <a:endParaRPr lang="en-IN"/>
        </a:p>
      </dgm:t>
    </dgm:pt>
    <dgm:pt modelId="{D644488B-8E50-4107-9907-964CD203DC0E}" type="sibTrans" cxnId="{D67EE86D-358E-4F4C-9154-36D7B74BD8F4}">
      <dgm:prSet/>
      <dgm:spPr/>
      <dgm:t>
        <a:bodyPr/>
        <a:lstStyle/>
        <a:p>
          <a:endParaRPr lang="en-IN"/>
        </a:p>
      </dgm:t>
    </dgm:pt>
    <dgm:pt modelId="{F815472E-6D5F-4DDB-8874-D076B46ED789}">
      <dgm:prSet phldrT="[Text]" phldr="0"/>
      <dgm:spPr/>
      <dgm:t>
        <a:bodyPr/>
        <a:lstStyle/>
        <a:p>
          <a:r>
            <a:rPr lang="en-IN" dirty="0"/>
            <a:t>Where should management focus its retention and promotional efforts?</a:t>
          </a:r>
        </a:p>
      </dgm:t>
    </dgm:pt>
    <dgm:pt modelId="{E6F941AC-9B6A-4A4E-9537-9D36DE88A43E}" type="parTrans" cxnId="{9EB19122-0E9B-45C9-8FC6-DD32FF73784B}">
      <dgm:prSet/>
      <dgm:spPr/>
      <dgm:t>
        <a:bodyPr/>
        <a:lstStyle/>
        <a:p>
          <a:endParaRPr lang="en-IN"/>
        </a:p>
      </dgm:t>
    </dgm:pt>
    <dgm:pt modelId="{A76B4A5C-DFBA-46D6-8BF7-298CC00BCB44}" type="sibTrans" cxnId="{9EB19122-0E9B-45C9-8FC6-DD32FF73784B}">
      <dgm:prSet/>
      <dgm:spPr/>
      <dgm:t>
        <a:bodyPr/>
        <a:lstStyle/>
        <a:p>
          <a:endParaRPr lang="en-IN"/>
        </a:p>
      </dgm:t>
    </dgm:pt>
    <dgm:pt modelId="{95C3E7F2-B73C-4B3E-927F-D57CDF1C6D68}">
      <dgm:prSet phldrT="[Text]" phldr="0"/>
      <dgm:spPr/>
      <dgm:t>
        <a:bodyPr/>
        <a:lstStyle/>
        <a:p>
          <a:r>
            <a:rPr lang="en-IN"/>
            <a:t>Commercial Opportunity</a:t>
          </a:r>
          <a:endParaRPr lang="en-IN" dirty="0"/>
        </a:p>
      </dgm:t>
    </dgm:pt>
    <dgm:pt modelId="{B248D758-2BA7-4D44-9445-303E1681267C}" type="parTrans" cxnId="{ADD4ECEC-E4F3-4AFD-8E54-6E30B1B13934}">
      <dgm:prSet/>
      <dgm:spPr/>
      <dgm:t>
        <a:bodyPr/>
        <a:lstStyle/>
        <a:p>
          <a:endParaRPr lang="en-IN"/>
        </a:p>
      </dgm:t>
    </dgm:pt>
    <dgm:pt modelId="{0F489A9B-B059-4EBA-9764-8BBF20E7F14C}" type="sibTrans" cxnId="{ADD4ECEC-E4F3-4AFD-8E54-6E30B1B13934}">
      <dgm:prSet/>
      <dgm:spPr/>
      <dgm:t>
        <a:bodyPr/>
        <a:lstStyle/>
        <a:p>
          <a:endParaRPr lang="en-IN"/>
        </a:p>
      </dgm:t>
    </dgm:pt>
    <dgm:pt modelId="{43706C06-A3C7-4057-A5E6-CDA8B7247DFE}" type="pres">
      <dgm:prSet presAssocID="{9EC0D80A-0F44-4093-A117-7175481E0976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8AFB0CA9-7BB3-4AF1-826F-6929AC6865C8}" type="pres">
      <dgm:prSet presAssocID="{7A0D707C-B43A-4F1B-9F04-1C09110E97DE}" presName="circle1" presStyleLbl="node1" presStyleIdx="0" presStyleCnt="5"/>
      <dgm:spPr/>
    </dgm:pt>
    <dgm:pt modelId="{4DE22E39-517E-44F9-A860-E4FC4DBA3074}" type="pres">
      <dgm:prSet presAssocID="{7A0D707C-B43A-4F1B-9F04-1C09110E97DE}" presName="space" presStyleCnt="0"/>
      <dgm:spPr/>
    </dgm:pt>
    <dgm:pt modelId="{BBC970E7-C694-4BCB-A378-9C9926CB6D01}" type="pres">
      <dgm:prSet presAssocID="{7A0D707C-B43A-4F1B-9F04-1C09110E97DE}" presName="rect1" presStyleLbl="alignAcc1" presStyleIdx="0" presStyleCnt="5"/>
      <dgm:spPr/>
    </dgm:pt>
    <dgm:pt modelId="{332B8301-0465-450E-9998-FBEAC50BFF02}" type="pres">
      <dgm:prSet presAssocID="{7647A342-2B94-4365-B000-208D81D76098}" presName="vertSpace2" presStyleLbl="node1" presStyleIdx="0" presStyleCnt="5"/>
      <dgm:spPr/>
    </dgm:pt>
    <dgm:pt modelId="{E5E36A18-B2BF-49E7-97DB-6B52389FF07B}" type="pres">
      <dgm:prSet presAssocID="{7647A342-2B94-4365-B000-208D81D76098}" presName="circle2" presStyleLbl="node1" presStyleIdx="1" presStyleCnt="5"/>
      <dgm:spPr/>
    </dgm:pt>
    <dgm:pt modelId="{78F45A35-6F02-4A53-B501-2F2A6651D3D7}" type="pres">
      <dgm:prSet presAssocID="{7647A342-2B94-4365-B000-208D81D76098}" presName="rect2" presStyleLbl="alignAcc1" presStyleIdx="1" presStyleCnt="5"/>
      <dgm:spPr/>
    </dgm:pt>
    <dgm:pt modelId="{BEA57943-3372-45A5-93B8-B8A215CF8EB9}" type="pres">
      <dgm:prSet presAssocID="{7B839BD6-1983-4779-9B8A-573B3672628F}" presName="vertSpace3" presStyleLbl="node1" presStyleIdx="1" presStyleCnt="5"/>
      <dgm:spPr/>
    </dgm:pt>
    <dgm:pt modelId="{20364DF9-DC57-4C9B-B538-C68E48C1A5CA}" type="pres">
      <dgm:prSet presAssocID="{7B839BD6-1983-4779-9B8A-573B3672628F}" presName="circle3" presStyleLbl="node1" presStyleIdx="2" presStyleCnt="5"/>
      <dgm:spPr/>
    </dgm:pt>
    <dgm:pt modelId="{0BE01984-8202-4F58-92D9-91C2F7B07E27}" type="pres">
      <dgm:prSet presAssocID="{7B839BD6-1983-4779-9B8A-573B3672628F}" presName="rect3" presStyleLbl="alignAcc1" presStyleIdx="2" presStyleCnt="5"/>
      <dgm:spPr/>
    </dgm:pt>
    <dgm:pt modelId="{4656CE4B-7EBF-4495-8E96-67239ED5082A}" type="pres">
      <dgm:prSet presAssocID="{008367D6-63DD-4F97-82E2-0D37FCBAB8C3}" presName="vertSpace4" presStyleLbl="node1" presStyleIdx="2" presStyleCnt="5"/>
      <dgm:spPr/>
    </dgm:pt>
    <dgm:pt modelId="{C89E9CBB-6781-4935-803E-6801C347381F}" type="pres">
      <dgm:prSet presAssocID="{008367D6-63DD-4F97-82E2-0D37FCBAB8C3}" presName="circle4" presStyleLbl="node1" presStyleIdx="3" presStyleCnt="5"/>
      <dgm:spPr/>
    </dgm:pt>
    <dgm:pt modelId="{CBD16D7D-CD1E-4562-B7BC-39C6F1F1878A}" type="pres">
      <dgm:prSet presAssocID="{008367D6-63DD-4F97-82E2-0D37FCBAB8C3}" presName="rect4" presStyleLbl="alignAcc1" presStyleIdx="3" presStyleCnt="5"/>
      <dgm:spPr/>
    </dgm:pt>
    <dgm:pt modelId="{EC4509BA-DCD4-4A2D-A284-9C07CD614E34}" type="pres">
      <dgm:prSet presAssocID="{F815472E-6D5F-4DDB-8874-D076B46ED789}" presName="vertSpace5" presStyleLbl="node1" presStyleIdx="3" presStyleCnt="5"/>
      <dgm:spPr/>
    </dgm:pt>
    <dgm:pt modelId="{A8A2E480-B2E3-4B04-97C9-23C65EB9B756}" type="pres">
      <dgm:prSet presAssocID="{F815472E-6D5F-4DDB-8874-D076B46ED789}" presName="circle5" presStyleLbl="node1" presStyleIdx="4" presStyleCnt="5"/>
      <dgm:spPr/>
    </dgm:pt>
    <dgm:pt modelId="{64C9101F-DF93-4A30-8619-4B4AC64AFABF}" type="pres">
      <dgm:prSet presAssocID="{F815472E-6D5F-4DDB-8874-D076B46ED789}" presName="rect5" presStyleLbl="alignAcc1" presStyleIdx="4" presStyleCnt="5"/>
      <dgm:spPr/>
    </dgm:pt>
    <dgm:pt modelId="{D9FACFBA-E0B0-4F03-AE03-D6EDCF2C4E06}" type="pres">
      <dgm:prSet presAssocID="{7A0D707C-B43A-4F1B-9F04-1C09110E97DE}" presName="rect1ParTx" presStyleLbl="alignAcc1" presStyleIdx="4" presStyleCnt="5">
        <dgm:presLayoutVars>
          <dgm:chMax val="1"/>
          <dgm:bulletEnabled val="1"/>
        </dgm:presLayoutVars>
      </dgm:prSet>
      <dgm:spPr/>
    </dgm:pt>
    <dgm:pt modelId="{AD8BF866-0F50-4A56-B8A9-8696576CBE3A}" type="pres">
      <dgm:prSet presAssocID="{7A0D707C-B43A-4F1B-9F04-1C09110E97DE}" presName="rect1ChTx" presStyleLbl="alignAcc1" presStyleIdx="4" presStyleCnt="5">
        <dgm:presLayoutVars>
          <dgm:bulletEnabled val="1"/>
        </dgm:presLayoutVars>
      </dgm:prSet>
      <dgm:spPr/>
    </dgm:pt>
    <dgm:pt modelId="{377CB1D1-6B6D-48DA-9626-19DF87423F97}" type="pres">
      <dgm:prSet presAssocID="{7647A342-2B94-4365-B000-208D81D76098}" presName="rect2ParTx" presStyleLbl="alignAcc1" presStyleIdx="4" presStyleCnt="5">
        <dgm:presLayoutVars>
          <dgm:chMax val="1"/>
          <dgm:bulletEnabled val="1"/>
        </dgm:presLayoutVars>
      </dgm:prSet>
      <dgm:spPr/>
    </dgm:pt>
    <dgm:pt modelId="{5A372876-F79A-4020-B489-E4CCA5948E3F}" type="pres">
      <dgm:prSet presAssocID="{7647A342-2B94-4365-B000-208D81D76098}" presName="rect2ChTx" presStyleLbl="alignAcc1" presStyleIdx="4" presStyleCnt="5">
        <dgm:presLayoutVars>
          <dgm:bulletEnabled val="1"/>
        </dgm:presLayoutVars>
      </dgm:prSet>
      <dgm:spPr/>
    </dgm:pt>
    <dgm:pt modelId="{53DF84E3-7CE1-4178-AB8A-04F8CC8BCC0A}" type="pres">
      <dgm:prSet presAssocID="{7B839BD6-1983-4779-9B8A-573B3672628F}" presName="rect3ParTx" presStyleLbl="alignAcc1" presStyleIdx="4" presStyleCnt="5">
        <dgm:presLayoutVars>
          <dgm:chMax val="1"/>
          <dgm:bulletEnabled val="1"/>
        </dgm:presLayoutVars>
      </dgm:prSet>
      <dgm:spPr/>
    </dgm:pt>
    <dgm:pt modelId="{2AF20783-3D97-4A30-BD4E-7BB2AAFA72B4}" type="pres">
      <dgm:prSet presAssocID="{7B839BD6-1983-4779-9B8A-573B3672628F}" presName="rect3ChTx" presStyleLbl="alignAcc1" presStyleIdx="4" presStyleCnt="5">
        <dgm:presLayoutVars>
          <dgm:bulletEnabled val="1"/>
        </dgm:presLayoutVars>
      </dgm:prSet>
      <dgm:spPr/>
    </dgm:pt>
    <dgm:pt modelId="{53849B41-B90C-4A52-8D5B-F948F55A29E2}" type="pres">
      <dgm:prSet presAssocID="{008367D6-63DD-4F97-82E2-0D37FCBAB8C3}" presName="rect4ParTx" presStyleLbl="alignAcc1" presStyleIdx="4" presStyleCnt="5">
        <dgm:presLayoutVars>
          <dgm:chMax val="1"/>
          <dgm:bulletEnabled val="1"/>
        </dgm:presLayoutVars>
      </dgm:prSet>
      <dgm:spPr/>
    </dgm:pt>
    <dgm:pt modelId="{CAF392ED-D455-4AEA-A7C0-D81626BE880B}" type="pres">
      <dgm:prSet presAssocID="{008367D6-63DD-4F97-82E2-0D37FCBAB8C3}" presName="rect4ChTx" presStyleLbl="alignAcc1" presStyleIdx="4" presStyleCnt="5">
        <dgm:presLayoutVars>
          <dgm:bulletEnabled val="1"/>
        </dgm:presLayoutVars>
      </dgm:prSet>
      <dgm:spPr/>
    </dgm:pt>
    <dgm:pt modelId="{0D21C468-2C29-46DC-AD08-72FDAA54EEE1}" type="pres">
      <dgm:prSet presAssocID="{F815472E-6D5F-4DDB-8874-D076B46ED789}" presName="rect5ParTx" presStyleLbl="alignAcc1" presStyleIdx="4" presStyleCnt="5">
        <dgm:presLayoutVars>
          <dgm:chMax val="1"/>
          <dgm:bulletEnabled val="1"/>
        </dgm:presLayoutVars>
      </dgm:prSet>
      <dgm:spPr/>
    </dgm:pt>
    <dgm:pt modelId="{BE25D606-8A0B-425C-9CBB-9B640FBC1548}" type="pres">
      <dgm:prSet presAssocID="{F815472E-6D5F-4DDB-8874-D076B46ED789}" presName="rect5ChTx" presStyleLbl="alignAcc1" presStyleIdx="4" presStyleCnt="5">
        <dgm:presLayoutVars>
          <dgm:bulletEnabled val="1"/>
        </dgm:presLayoutVars>
      </dgm:prSet>
      <dgm:spPr/>
    </dgm:pt>
  </dgm:ptLst>
  <dgm:cxnLst>
    <dgm:cxn modelId="{A467C307-0E34-4308-9ED1-2F7212F7251C}" type="presOf" srcId="{54C5BA03-4446-4059-A6B1-41191D172C84}" destId="{5A372876-F79A-4020-B489-E4CCA5948E3F}" srcOrd="0" destOrd="0" presId="urn:microsoft.com/office/officeart/2005/8/layout/target3"/>
    <dgm:cxn modelId="{0660870C-63C3-4C32-9472-FBEDAD5D00B3}" srcId="{9EC0D80A-0F44-4093-A117-7175481E0976}" destId="{7B839BD6-1983-4779-9B8A-573B3672628F}" srcOrd="2" destOrd="0" parTransId="{A9529BA8-F36F-4C14-92C8-3200EB1A0428}" sibTransId="{895F0819-514A-49F9-81CD-7FA4D1D172D4}"/>
    <dgm:cxn modelId="{9EB19122-0E9B-45C9-8FC6-DD32FF73784B}" srcId="{9EC0D80A-0F44-4093-A117-7175481E0976}" destId="{F815472E-6D5F-4DDB-8874-D076B46ED789}" srcOrd="4" destOrd="0" parTransId="{E6F941AC-9B6A-4A4E-9537-9D36DE88A43E}" sibTransId="{A76B4A5C-DFBA-46D6-8BF7-298CC00BCB44}"/>
    <dgm:cxn modelId="{76761027-7DA2-4985-9E28-E8D4665A92FE}" type="presOf" srcId="{0BE1A5B9-8EE2-483E-AA90-A5394FBFC06A}" destId="{AD8BF866-0F50-4A56-B8A9-8696576CBE3A}" srcOrd="0" destOrd="0" presId="urn:microsoft.com/office/officeart/2005/8/layout/target3"/>
    <dgm:cxn modelId="{783AAC3E-2D7C-48E2-9164-3F17EE934BC3}" srcId="{9EC0D80A-0F44-4093-A117-7175481E0976}" destId="{7A0D707C-B43A-4F1B-9F04-1C09110E97DE}" srcOrd="0" destOrd="0" parTransId="{12AA5A86-00F6-4D7E-98C9-86C13A9F0A62}" sibTransId="{800BD28A-267D-46D3-9180-148048EB1FA6}"/>
    <dgm:cxn modelId="{9195B45F-DA72-4B47-A794-7174C141FACA}" type="presOf" srcId="{9EC0D80A-0F44-4093-A117-7175481E0976}" destId="{43706C06-A3C7-4057-A5E6-CDA8B7247DFE}" srcOrd="0" destOrd="0" presId="urn:microsoft.com/office/officeart/2005/8/layout/target3"/>
    <dgm:cxn modelId="{CBEE8960-19B8-43A7-A203-945214F77AAC}" type="presOf" srcId="{781ABD17-DB66-431A-8E6D-F3B8F6193A3C}" destId="{2AF20783-3D97-4A30-BD4E-7BB2AAFA72B4}" srcOrd="0" destOrd="0" presId="urn:microsoft.com/office/officeart/2005/8/layout/target3"/>
    <dgm:cxn modelId="{77973A61-0F82-4758-810C-DA90E734BC9C}" type="presOf" srcId="{7B839BD6-1983-4779-9B8A-573B3672628F}" destId="{53DF84E3-7CE1-4178-AB8A-04F8CC8BCC0A}" srcOrd="1" destOrd="0" presId="urn:microsoft.com/office/officeart/2005/8/layout/target3"/>
    <dgm:cxn modelId="{91695D45-23B5-4031-BFA4-083A6870D4A4}" type="presOf" srcId="{F815472E-6D5F-4DDB-8874-D076B46ED789}" destId="{0D21C468-2C29-46DC-AD08-72FDAA54EEE1}" srcOrd="1" destOrd="0" presId="urn:microsoft.com/office/officeart/2005/8/layout/target3"/>
    <dgm:cxn modelId="{E9ABFE68-E2A0-457D-90AA-7DCF933D743E}" type="presOf" srcId="{008367D6-63DD-4F97-82E2-0D37FCBAB8C3}" destId="{CBD16D7D-CD1E-4562-B7BC-39C6F1F1878A}" srcOrd="0" destOrd="0" presId="urn:microsoft.com/office/officeart/2005/8/layout/target3"/>
    <dgm:cxn modelId="{0628854B-9D5A-4400-B67A-2FEF4AFD411E}" type="presOf" srcId="{7647A342-2B94-4365-B000-208D81D76098}" destId="{78F45A35-6F02-4A53-B501-2F2A6651D3D7}" srcOrd="0" destOrd="0" presId="urn:microsoft.com/office/officeart/2005/8/layout/target3"/>
    <dgm:cxn modelId="{D67EE86D-358E-4F4C-9154-36D7B74BD8F4}" srcId="{008367D6-63DD-4F97-82E2-0D37FCBAB8C3}" destId="{3E106055-65B8-4371-A4E4-E66B8C070B32}" srcOrd="0" destOrd="0" parTransId="{A89F95FD-94F9-48B5-9128-AC78F5DBAE38}" sibTransId="{D644488B-8E50-4107-9907-964CD203DC0E}"/>
    <dgm:cxn modelId="{7FAB094E-A2F4-44EE-A153-92A0E95D4602}" srcId="{9EC0D80A-0F44-4093-A117-7175481E0976}" destId="{7647A342-2B94-4365-B000-208D81D76098}" srcOrd="1" destOrd="0" parTransId="{83486D33-DC85-456F-AB47-4A25B8D0EC2D}" sibTransId="{BB26B43B-95B8-443C-834C-7A6C2909B84A}"/>
    <dgm:cxn modelId="{31CCDB70-713B-43D7-AEF0-847737A101E0}" type="presOf" srcId="{7A0D707C-B43A-4F1B-9F04-1C09110E97DE}" destId="{D9FACFBA-E0B0-4F03-AE03-D6EDCF2C4E06}" srcOrd="1" destOrd="0" presId="urn:microsoft.com/office/officeart/2005/8/layout/target3"/>
    <dgm:cxn modelId="{23A9A552-F91F-476B-8404-983A010C7F00}" type="presOf" srcId="{008367D6-63DD-4F97-82E2-0D37FCBAB8C3}" destId="{53849B41-B90C-4A52-8D5B-F948F55A29E2}" srcOrd="1" destOrd="0" presId="urn:microsoft.com/office/officeart/2005/8/layout/target3"/>
    <dgm:cxn modelId="{8FB60A75-A80A-42EB-BE8E-D71B763D1416}" srcId="{7647A342-2B94-4365-B000-208D81D76098}" destId="{54C5BA03-4446-4059-A6B1-41191D172C84}" srcOrd="0" destOrd="0" parTransId="{5DA8FA35-608F-4F9C-8C01-345A68B0B84E}" sibTransId="{A75F3492-39A5-4891-B8FA-1E26447C4B67}"/>
    <dgm:cxn modelId="{B1B39278-68C7-42BA-B495-DB4AFC7CA537}" type="presOf" srcId="{3E106055-65B8-4371-A4E4-E66B8C070B32}" destId="{CAF392ED-D455-4AEA-A7C0-D81626BE880B}" srcOrd="0" destOrd="0" presId="urn:microsoft.com/office/officeart/2005/8/layout/target3"/>
    <dgm:cxn modelId="{8ECF7279-3951-4694-97EE-98A9502205C9}" type="presOf" srcId="{7A0D707C-B43A-4F1B-9F04-1C09110E97DE}" destId="{BBC970E7-C694-4BCB-A378-9C9926CB6D01}" srcOrd="0" destOrd="0" presId="urn:microsoft.com/office/officeart/2005/8/layout/target3"/>
    <dgm:cxn modelId="{CA465180-4ED2-494A-B7C4-D0C518B3AA92}" type="presOf" srcId="{95C3E7F2-B73C-4B3E-927F-D57CDF1C6D68}" destId="{BE25D606-8A0B-425C-9CBB-9B640FBC1548}" srcOrd="0" destOrd="0" presId="urn:microsoft.com/office/officeart/2005/8/layout/target3"/>
    <dgm:cxn modelId="{2AA5458E-9E89-4920-8B4E-BD4B7B829D5D}" type="presOf" srcId="{F815472E-6D5F-4DDB-8874-D076B46ED789}" destId="{64C9101F-DF93-4A30-8619-4B4AC64AFABF}" srcOrd="0" destOrd="0" presId="urn:microsoft.com/office/officeart/2005/8/layout/target3"/>
    <dgm:cxn modelId="{BF431AA4-314C-40C6-BA1B-26CAD3A75178}" type="presOf" srcId="{7B839BD6-1983-4779-9B8A-573B3672628F}" destId="{0BE01984-8202-4F58-92D9-91C2F7B07E27}" srcOrd="0" destOrd="0" presId="urn:microsoft.com/office/officeart/2005/8/layout/target3"/>
    <dgm:cxn modelId="{936594B1-4EE5-4A58-94DC-666EDA746ECB}" srcId="{7A0D707C-B43A-4F1B-9F04-1C09110E97DE}" destId="{0BE1A5B9-8EE2-483E-AA90-A5394FBFC06A}" srcOrd="0" destOrd="0" parTransId="{89EB27C3-B24F-4DB2-9A91-31B07EBCA297}" sibTransId="{8A209DF1-1B31-41CB-A23F-9690CB0BA095}"/>
    <dgm:cxn modelId="{D5EEB8C4-1F30-4373-9746-CBB9B4FD7920}" type="presOf" srcId="{7647A342-2B94-4365-B000-208D81D76098}" destId="{377CB1D1-6B6D-48DA-9626-19DF87423F97}" srcOrd="1" destOrd="0" presId="urn:microsoft.com/office/officeart/2005/8/layout/target3"/>
    <dgm:cxn modelId="{ADD4ECEC-E4F3-4AFD-8E54-6E30B1B13934}" srcId="{F815472E-6D5F-4DDB-8874-D076B46ED789}" destId="{95C3E7F2-B73C-4B3E-927F-D57CDF1C6D68}" srcOrd="0" destOrd="0" parTransId="{B248D758-2BA7-4D44-9445-303E1681267C}" sibTransId="{0F489A9B-B059-4EBA-9764-8BBF20E7F14C}"/>
    <dgm:cxn modelId="{8B3FC4EF-DD3F-4564-A00D-965AC3099088}" srcId="{7B839BD6-1983-4779-9B8A-573B3672628F}" destId="{781ABD17-DB66-431A-8E6D-F3B8F6193A3C}" srcOrd="0" destOrd="0" parTransId="{6D40DA3C-0A8A-4186-9B14-C8BBD5BE2DCF}" sibTransId="{10747FD6-7945-4B30-BA06-6F334A4E42A9}"/>
    <dgm:cxn modelId="{62B82AFF-E2B8-42DD-A64B-BEEB713F3471}" srcId="{9EC0D80A-0F44-4093-A117-7175481E0976}" destId="{008367D6-63DD-4F97-82E2-0D37FCBAB8C3}" srcOrd="3" destOrd="0" parTransId="{572BCB40-4B7D-4835-9E5F-22396B453E39}" sibTransId="{52165BE2-59A9-4A68-AB85-3EBD367905DC}"/>
    <dgm:cxn modelId="{D68DC571-D7A8-4CB8-8E43-2C71135A539B}" type="presParOf" srcId="{43706C06-A3C7-4057-A5E6-CDA8B7247DFE}" destId="{8AFB0CA9-7BB3-4AF1-826F-6929AC6865C8}" srcOrd="0" destOrd="0" presId="urn:microsoft.com/office/officeart/2005/8/layout/target3"/>
    <dgm:cxn modelId="{18D95EEE-4B3C-4F09-B16C-39EBF00C4219}" type="presParOf" srcId="{43706C06-A3C7-4057-A5E6-CDA8B7247DFE}" destId="{4DE22E39-517E-44F9-A860-E4FC4DBA3074}" srcOrd="1" destOrd="0" presId="urn:microsoft.com/office/officeart/2005/8/layout/target3"/>
    <dgm:cxn modelId="{46C7504F-AE15-439E-BD52-92B7AFAF78BA}" type="presParOf" srcId="{43706C06-A3C7-4057-A5E6-CDA8B7247DFE}" destId="{BBC970E7-C694-4BCB-A378-9C9926CB6D01}" srcOrd="2" destOrd="0" presId="urn:microsoft.com/office/officeart/2005/8/layout/target3"/>
    <dgm:cxn modelId="{3ED3A434-EBA5-418D-A1FE-2600783BF2F5}" type="presParOf" srcId="{43706C06-A3C7-4057-A5E6-CDA8B7247DFE}" destId="{332B8301-0465-450E-9998-FBEAC50BFF02}" srcOrd="3" destOrd="0" presId="urn:microsoft.com/office/officeart/2005/8/layout/target3"/>
    <dgm:cxn modelId="{55CD7783-E33D-4CB9-8BBE-75DA9F6E7FAE}" type="presParOf" srcId="{43706C06-A3C7-4057-A5E6-CDA8B7247DFE}" destId="{E5E36A18-B2BF-49E7-97DB-6B52389FF07B}" srcOrd="4" destOrd="0" presId="urn:microsoft.com/office/officeart/2005/8/layout/target3"/>
    <dgm:cxn modelId="{B17C29B3-5016-41EF-804E-AD6B0C3B42D6}" type="presParOf" srcId="{43706C06-A3C7-4057-A5E6-CDA8B7247DFE}" destId="{78F45A35-6F02-4A53-B501-2F2A6651D3D7}" srcOrd="5" destOrd="0" presId="urn:microsoft.com/office/officeart/2005/8/layout/target3"/>
    <dgm:cxn modelId="{630F9BD3-979D-4A69-A679-1C281EE2A5CA}" type="presParOf" srcId="{43706C06-A3C7-4057-A5E6-CDA8B7247DFE}" destId="{BEA57943-3372-45A5-93B8-B8A215CF8EB9}" srcOrd="6" destOrd="0" presId="urn:microsoft.com/office/officeart/2005/8/layout/target3"/>
    <dgm:cxn modelId="{3A3CCDA9-06A8-48D5-BE79-F630E170A735}" type="presParOf" srcId="{43706C06-A3C7-4057-A5E6-CDA8B7247DFE}" destId="{20364DF9-DC57-4C9B-B538-C68E48C1A5CA}" srcOrd="7" destOrd="0" presId="urn:microsoft.com/office/officeart/2005/8/layout/target3"/>
    <dgm:cxn modelId="{98EBA194-E788-47DB-BB1A-A9F9F18AB657}" type="presParOf" srcId="{43706C06-A3C7-4057-A5E6-CDA8B7247DFE}" destId="{0BE01984-8202-4F58-92D9-91C2F7B07E27}" srcOrd="8" destOrd="0" presId="urn:microsoft.com/office/officeart/2005/8/layout/target3"/>
    <dgm:cxn modelId="{049ECB1C-4E80-41A5-AC6C-54293FB9AC26}" type="presParOf" srcId="{43706C06-A3C7-4057-A5E6-CDA8B7247DFE}" destId="{4656CE4B-7EBF-4495-8E96-67239ED5082A}" srcOrd="9" destOrd="0" presId="urn:microsoft.com/office/officeart/2005/8/layout/target3"/>
    <dgm:cxn modelId="{B8F720C6-1EAB-4361-B07D-FCA2494DB035}" type="presParOf" srcId="{43706C06-A3C7-4057-A5E6-CDA8B7247DFE}" destId="{C89E9CBB-6781-4935-803E-6801C347381F}" srcOrd="10" destOrd="0" presId="urn:microsoft.com/office/officeart/2005/8/layout/target3"/>
    <dgm:cxn modelId="{203092F3-3136-4C67-9454-079921EE37F0}" type="presParOf" srcId="{43706C06-A3C7-4057-A5E6-CDA8B7247DFE}" destId="{CBD16D7D-CD1E-4562-B7BC-39C6F1F1878A}" srcOrd="11" destOrd="0" presId="urn:microsoft.com/office/officeart/2005/8/layout/target3"/>
    <dgm:cxn modelId="{E2046617-9B0E-4BED-AB20-FF7DE4B95DBE}" type="presParOf" srcId="{43706C06-A3C7-4057-A5E6-CDA8B7247DFE}" destId="{EC4509BA-DCD4-4A2D-A284-9C07CD614E34}" srcOrd="12" destOrd="0" presId="urn:microsoft.com/office/officeart/2005/8/layout/target3"/>
    <dgm:cxn modelId="{27EE8D48-97EE-4E81-B893-7447679A207A}" type="presParOf" srcId="{43706C06-A3C7-4057-A5E6-CDA8B7247DFE}" destId="{A8A2E480-B2E3-4B04-97C9-23C65EB9B756}" srcOrd="13" destOrd="0" presId="urn:microsoft.com/office/officeart/2005/8/layout/target3"/>
    <dgm:cxn modelId="{2494AEAA-F275-4D85-9373-80BD536A50B9}" type="presParOf" srcId="{43706C06-A3C7-4057-A5E6-CDA8B7247DFE}" destId="{64C9101F-DF93-4A30-8619-4B4AC64AFABF}" srcOrd="14" destOrd="0" presId="urn:microsoft.com/office/officeart/2005/8/layout/target3"/>
    <dgm:cxn modelId="{BED7AE00-3698-4F23-B6BC-DF5A849D4070}" type="presParOf" srcId="{43706C06-A3C7-4057-A5E6-CDA8B7247DFE}" destId="{D9FACFBA-E0B0-4F03-AE03-D6EDCF2C4E06}" srcOrd="15" destOrd="0" presId="urn:microsoft.com/office/officeart/2005/8/layout/target3"/>
    <dgm:cxn modelId="{1712E39B-4CF3-4598-9ACC-45E0BDB8D8EE}" type="presParOf" srcId="{43706C06-A3C7-4057-A5E6-CDA8B7247DFE}" destId="{AD8BF866-0F50-4A56-B8A9-8696576CBE3A}" srcOrd="16" destOrd="0" presId="urn:microsoft.com/office/officeart/2005/8/layout/target3"/>
    <dgm:cxn modelId="{EF67E281-BE86-4845-9658-38D92DA4B978}" type="presParOf" srcId="{43706C06-A3C7-4057-A5E6-CDA8B7247DFE}" destId="{377CB1D1-6B6D-48DA-9626-19DF87423F97}" srcOrd="17" destOrd="0" presId="urn:microsoft.com/office/officeart/2005/8/layout/target3"/>
    <dgm:cxn modelId="{231956C7-9AD5-4634-8C32-AF4CEAA50FCE}" type="presParOf" srcId="{43706C06-A3C7-4057-A5E6-CDA8B7247DFE}" destId="{5A372876-F79A-4020-B489-E4CCA5948E3F}" srcOrd="18" destOrd="0" presId="urn:microsoft.com/office/officeart/2005/8/layout/target3"/>
    <dgm:cxn modelId="{4EA8FA4F-86E0-42EB-862E-B7892DDECFCA}" type="presParOf" srcId="{43706C06-A3C7-4057-A5E6-CDA8B7247DFE}" destId="{53DF84E3-7CE1-4178-AB8A-04F8CC8BCC0A}" srcOrd="19" destOrd="0" presId="urn:microsoft.com/office/officeart/2005/8/layout/target3"/>
    <dgm:cxn modelId="{FEE0492C-7A73-472C-A0C3-F535B8EAF8EC}" type="presParOf" srcId="{43706C06-A3C7-4057-A5E6-CDA8B7247DFE}" destId="{2AF20783-3D97-4A30-BD4E-7BB2AAFA72B4}" srcOrd="20" destOrd="0" presId="urn:microsoft.com/office/officeart/2005/8/layout/target3"/>
    <dgm:cxn modelId="{B2F777D4-AAFB-4332-8E03-A23816220642}" type="presParOf" srcId="{43706C06-A3C7-4057-A5E6-CDA8B7247DFE}" destId="{53849B41-B90C-4A52-8D5B-F948F55A29E2}" srcOrd="21" destOrd="0" presId="urn:microsoft.com/office/officeart/2005/8/layout/target3"/>
    <dgm:cxn modelId="{1A040F4B-B0BD-47E1-8A37-3F8C2C5FCF87}" type="presParOf" srcId="{43706C06-A3C7-4057-A5E6-CDA8B7247DFE}" destId="{CAF392ED-D455-4AEA-A7C0-D81626BE880B}" srcOrd="22" destOrd="0" presId="urn:microsoft.com/office/officeart/2005/8/layout/target3"/>
    <dgm:cxn modelId="{9358EDA9-20D4-4308-BBAF-92CD5DDAC531}" type="presParOf" srcId="{43706C06-A3C7-4057-A5E6-CDA8B7247DFE}" destId="{0D21C468-2C29-46DC-AD08-72FDAA54EEE1}" srcOrd="23" destOrd="0" presId="urn:microsoft.com/office/officeart/2005/8/layout/target3"/>
    <dgm:cxn modelId="{805227C4-356C-4D07-A8C2-D9CFEB7B1A81}" type="presParOf" srcId="{43706C06-A3C7-4057-A5E6-CDA8B7247DFE}" destId="{BE25D606-8A0B-425C-9CBB-9B640FBC1548}" srcOrd="2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0148939-5709-4B74-BB66-BC804300EE2C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B4B1EB0-EA6E-4602-9844-E8CCF7B1F02B}">
      <dgm:prSet phldrT="[Text]" custT="1"/>
      <dgm:spPr/>
      <dgm:t>
        <a:bodyPr/>
        <a:lstStyle/>
        <a:p>
          <a:pPr>
            <a:buNone/>
          </a:pPr>
          <a:r>
            <a:rPr lang="en-IN" sz="4000" dirty="0"/>
            <a:t>HIGH-VALUE CUSTOMERS</a:t>
          </a:r>
        </a:p>
      </dgm:t>
    </dgm:pt>
    <dgm:pt modelId="{959DA69C-91CD-4A60-B41D-A2099CACA7C3}" type="parTrans" cxnId="{2BDEF50A-57E1-4DE6-A7D7-3176FB494B63}">
      <dgm:prSet/>
      <dgm:spPr/>
      <dgm:t>
        <a:bodyPr/>
        <a:lstStyle/>
        <a:p>
          <a:endParaRPr lang="en-IN"/>
        </a:p>
      </dgm:t>
    </dgm:pt>
    <dgm:pt modelId="{7053D4CC-2CBE-4FEC-9962-8EBEA38B6163}" type="sibTrans" cxnId="{2BDEF50A-57E1-4DE6-A7D7-3176FB494B63}">
      <dgm:prSet/>
      <dgm:spPr/>
      <dgm:t>
        <a:bodyPr/>
        <a:lstStyle/>
        <a:p>
          <a:endParaRPr lang="en-IN"/>
        </a:p>
      </dgm:t>
    </dgm:pt>
    <dgm:pt modelId="{7FBAB78A-DE58-4324-8C31-D614825D9429}">
      <dgm:prSet phldrT="[Text]" custT="1"/>
      <dgm:spPr/>
      <dgm:t>
        <a:bodyPr/>
        <a:lstStyle/>
        <a:p>
          <a:pPr>
            <a:buNone/>
          </a:pPr>
          <a:r>
            <a:rPr lang="en-IN" sz="1600" dirty="0"/>
            <a:t>Finding: The highest value customer generated ₹13,83,241 in revenue and belongs to the highest loyalty tier.</a:t>
          </a:r>
        </a:p>
      </dgm:t>
    </dgm:pt>
    <dgm:pt modelId="{32DB6883-CFA8-4B0C-8B38-F17FC75FD62A}" type="parTrans" cxnId="{E941C111-06F5-41BC-B11B-EAE08630B406}">
      <dgm:prSet/>
      <dgm:spPr/>
      <dgm:t>
        <a:bodyPr/>
        <a:lstStyle/>
        <a:p>
          <a:endParaRPr lang="en-IN"/>
        </a:p>
      </dgm:t>
    </dgm:pt>
    <dgm:pt modelId="{4602B160-36C5-4C97-9CC7-3E7EF065F53F}" type="sibTrans" cxnId="{E941C111-06F5-41BC-B11B-EAE08630B406}">
      <dgm:prSet/>
      <dgm:spPr/>
      <dgm:t>
        <a:bodyPr/>
        <a:lstStyle/>
        <a:p>
          <a:endParaRPr lang="en-IN"/>
        </a:p>
      </dgm:t>
    </dgm:pt>
    <dgm:pt modelId="{18842039-87AE-4A8C-B433-B177B51D3750}">
      <dgm:prSet phldrT="[Text]" custT="1"/>
      <dgm:spPr/>
      <dgm:t>
        <a:bodyPr/>
        <a:lstStyle/>
        <a:p>
          <a:pPr>
            <a:buNone/>
          </a:pPr>
          <a:r>
            <a:rPr lang="en-IN" sz="1600" dirty="0"/>
            <a:t>High-value customers represent an important retention opportunity.</a:t>
          </a:r>
        </a:p>
      </dgm:t>
    </dgm:pt>
    <dgm:pt modelId="{981B14C1-8AD8-4297-9CD9-4A2F9551B8F3}" type="parTrans" cxnId="{D34AB739-C24E-41DD-9EB7-5A7DDC3B2EE0}">
      <dgm:prSet/>
      <dgm:spPr/>
      <dgm:t>
        <a:bodyPr/>
        <a:lstStyle/>
        <a:p>
          <a:endParaRPr lang="en-IN"/>
        </a:p>
      </dgm:t>
    </dgm:pt>
    <dgm:pt modelId="{CAD9218A-C828-45EC-B9FA-CA177AC598D6}" type="sibTrans" cxnId="{D34AB739-C24E-41DD-9EB7-5A7DDC3B2EE0}">
      <dgm:prSet/>
      <dgm:spPr/>
      <dgm:t>
        <a:bodyPr/>
        <a:lstStyle/>
        <a:p>
          <a:endParaRPr lang="en-IN"/>
        </a:p>
      </dgm:t>
    </dgm:pt>
    <dgm:pt modelId="{76D3A676-50E8-4328-ABE1-F637D243F93E}">
      <dgm:prSet phldrT="[Text]" custT="1"/>
      <dgm:spPr/>
      <dgm:t>
        <a:bodyPr/>
        <a:lstStyle/>
        <a:p>
          <a:pPr>
            <a:buNone/>
          </a:pPr>
          <a:r>
            <a:rPr lang="en-IN" sz="4000" dirty="0"/>
            <a:t>GEOGRAPHY</a:t>
          </a:r>
        </a:p>
      </dgm:t>
    </dgm:pt>
    <dgm:pt modelId="{C5FCA874-155B-4AC8-8872-5CF98051520D}" type="parTrans" cxnId="{D5D2E58D-3DBA-4182-A377-96149A36FF6A}">
      <dgm:prSet/>
      <dgm:spPr/>
      <dgm:t>
        <a:bodyPr/>
        <a:lstStyle/>
        <a:p>
          <a:endParaRPr lang="en-IN"/>
        </a:p>
      </dgm:t>
    </dgm:pt>
    <dgm:pt modelId="{2248FEEC-DEE3-42B6-BC5B-B73C7133A976}" type="sibTrans" cxnId="{D5D2E58D-3DBA-4182-A377-96149A36FF6A}">
      <dgm:prSet/>
      <dgm:spPr/>
      <dgm:t>
        <a:bodyPr/>
        <a:lstStyle/>
        <a:p>
          <a:endParaRPr lang="en-IN"/>
        </a:p>
      </dgm:t>
    </dgm:pt>
    <dgm:pt modelId="{D3DADA87-17C1-4D6F-9168-E737AC722736}">
      <dgm:prSet phldrT="[Text]" custT="1"/>
      <dgm:spPr/>
      <dgm:t>
        <a:bodyPr/>
        <a:lstStyle/>
        <a:p>
          <a:pPr>
            <a:buNone/>
          </a:pPr>
          <a:r>
            <a:rPr lang="en-IN" sz="1600" dirty="0"/>
            <a:t>Delhi generated  approximately ₹9.5 crore in revenue, followed closely by Bengaluru at ₹9.2 crore. </a:t>
          </a:r>
        </a:p>
      </dgm:t>
    </dgm:pt>
    <dgm:pt modelId="{F9FA9476-0C77-4683-80EA-C7ED69F91818}" type="parTrans" cxnId="{5872F600-5786-4FE9-8590-64D07946147F}">
      <dgm:prSet/>
      <dgm:spPr/>
      <dgm:t>
        <a:bodyPr/>
        <a:lstStyle/>
        <a:p>
          <a:endParaRPr lang="en-IN"/>
        </a:p>
      </dgm:t>
    </dgm:pt>
    <dgm:pt modelId="{061854F0-104A-401C-B90B-0D23318CC75B}" type="sibTrans" cxnId="{5872F600-5786-4FE9-8590-64D07946147F}">
      <dgm:prSet/>
      <dgm:spPr/>
      <dgm:t>
        <a:bodyPr/>
        <a:lstStyle/>
        <a:p>
          <a:endParaRPr lang="en-IN"/>
        </a:p>
      </dgm:t>
    </dgm:pt>
    <dgm:pt modelId="{4C580C6F-B6C8-4CB8-A1BB-91276131CAD0}">
      <dgm:prSet phldrT="[Text]" phldr="0" custT="1"/>
      <dgm:spPr/>
      <dgm:t>
        <a:bodyPr/>
        <a:lstStyle/>
        <a:p>
          <a:r>
            <a:rPr lang="en-IN" sz="1600" dirty="0"/>
            <a:t>Delhi and Bengaluru are two major revenue-driving markets.</a:t>
          </a:r>
        </a:p>
      </dgm:t>
    </dgm:pt>
    <dgm:pt modelId="{16B1E84A-F496-4DE8-B13C-D8DFED184D2D}" type="parTrans" cxnId="{352EEC74-D1E4-4603-8E01-647716D3DCD4}">
      <dgm:prSet/>
      <dgm:spPr/>
      <dgm:t>
        <a:bodyPr/>
        <a:lstStyle/>
        <a:p>
          <a:endParaRPr lang="en-IN"/>
        </a:p>
      </dgm:t>
    </dgm:pt>
    <dgm:pt modelId="{B2E9658E-D989-4582-9CE9-6F75D2DD8924}" type="sibTrans" cxnId="{352EEC74-D1E4-4603-8E01-647716D3DCD4}">
      <dgm:prSet/>
      <dgm:spPr/>
      <dgm:t>
        <a:bodyPr/>
        <a:lstStyle/>
        <a:p>
          <a:endParaRPr lang="en-IN"/>
        </a:p>
      </dgm:t>
    </dgm:pt>
    <dgm:pt modelId="{0B00F827-D2CC-4744-A858-0236C8F83AFB}">
      <dgm:prSet phldrT="[Text]" custT="1"/>
      <dgm:spPr/>
      <dgm:t>
        <a:bodyPr/>
        <a:lstStyle/>
        <a:p>
          <a:pPr>
            <a:buNone/>
          </a:pPr>
          <a:r>
            <a:rPr lang="en-IN" sz="1600" dirty="0"/>
            <a:t>Action: Prioritize high-tier customers with personalized offers, retention campaigns and loyalty benefits.</a:t>
          </a:r>
        </a:p>
      </dgm:t>
    </dgm:pt>
    <dgm:pt modelId="{BA56A787-5ED2-44CD-B0FA-5DFF14A65D82}" type="parTrans" cxnId="{22BF563F-9C24-47BB-B2B7-BF16EE61EAD0}">
      <dgm:prSet/>
      <dgm:spPr/>
      <dgm:t>
        <a:bodyPr/>
        <a:lstStyle/>
        <a:p>
          <a:endParaRPr lang="en-IN"/>
        </a:p>
      </dgm:t>
    </dgm:pt>
    <dgm:pt modelId="{DE7A3264-370F-4A83-A27A-B4985700CC82}" type="sibTrans" cxnId="{22BF563F-9C24-47BB-B2B7-BF16EE61EAD0}">
      <dgm:prSet/>
      <dgm:spPr/>
      <dgm:t>
        <a:bodyPr/>
        <a:lstStyle/>
        <a:p>
          <a:endParaRPr lang="en-IN"/>
        </a:p>
      </dgm:t>
    </dgm:pt>
    <dgm:pt modelId="{0746629B-EFFF-4E9E-BF6B-AE6174BE4BC0}">
      <dgm:prSet phldrT="[Text]" phldr="0" custT="1"/>
      <dgm:spPr/>
      <dgm:t>
        <a:bodyPr/>
        <a:lstStyle/>
        <a:p>
          <a:r>
            <a:rPr lang="en-IN" sz="1600" dirty="0"/>
            <a:t>Action: Prioritize Delhi for high-impact campaigns while strengthening growth initiatives in Bengaluru &amp; other high-potential cities.</a:t>
          </a:r>
        </a:p>
      </dgm:t>
    </dgm:pt>
    <dgm:pt modelId="{399EB7F3-CB73-4E1A-A408-6AE1F363C6BF}" type="parTrans" cxnId="{F4330DA4-C7F5-4E58-B1A9-3C206B401A8D}">
      <dgm:prSet/>
      <dgm:spPr/>
      <dgm:t>
        <a:bodyPr/>
        <a:lstStyle/>
        <a:p>
          <a:endParaRPr lang="en-IN"/>
        </a:p>
      </dgm:t>
    </dgm:pt>
    <dgm:pt modelId="{C1F4ECF2-8D42-4A2C-BEDB-8CAE3DB393C8}" type="sibTrans" cxnId="{F4330DA4-C7F5-4E58-B1A9-3C206B401A8D}">
      <dgm:prSet/>
      <dgm:spPr/>
      <dgm:t>
        <a:bodyPr/>
        <a:lstStyle/>
        <a:p>
          <a:endParaRPr lang="en-IN"/>
        </a:p>
      </dgm:t>
    </dgm:pt>
    <dgm:pt modelId="{DE1E71FD-6966-48D6-9C28-826E7319E7A4}" type="pres">
      <dgm:prSet presAssocID="{B0148939-5709-4B74-BB66-BC804300EE2C}" presName="theList" presStyleCnt="0">
        <dgm:presLayoutVars>
          <dgm:dir/>
          <dgm:animLvl val="lvl"/>
          <dgm:resizeHandles val="exact"/>
        </dgm:presLayoutVars>
      </dgm:prSet>
      <dgm:spPr/>
    </dgm:pt>
    <dgm:pt modelId="{2341E777-A517-4A9F-ACDE-913A088A3585}" type="pres">
      <dgm:prSet presAssocID="{DB4B1EB0-EA6E-4602-9844-E8CCF7B1F02B}" presName="compNode" presStyleCnt="0"/>
      <dgm:spPr/>
    </dgm:pt>
    <dgm:pt modelId="{42F88472-2D46-451F-970B-3E40A1BF11D4}" type="pres">
      <dgm:prSet presAssocID="{DB4B1EB0-EA6E-4602-9844-E8CCF7B1F02B}" presName="aNode" presStyleLbl="bgShp" presStyleIdx="0" presStyleCnt="2"/>
      <dgm:spPr/>
    </dgm:pt>
    <dgm:pt modelId="{C74B5F96-2797-4343-813F-A26027DA52C5}" type="pres">
      <dgm:prSet presAssocID="{DB4B1EB0-EA6E-4602-9844-E8CCF7B1F02B}" presName="textNode" presStyleLbl="bgShp" presStyleIdx="0" presStyleCnt="2"/>
      <dgm:spPr/>
    </dgm:pt>
    <dgm:pt modelId="{54DE2945-E0F4-4ABD-8209-FFFF6814B085}" type="pres">
      <dgm:prSet presAssocID="{DB4B1EB0-EA6E-4602-9844-E8CCF7B1F02B}" presName="compChildNode" presStyleCnt="0"/>
      <dgm:spPr/>
    </dgm:pt>
    <dgm:pt modelId="{4C990C4A-813D-4DB3-BA83-C1C015A3FB4B}" type="pres">
      <dgm:prSet presAssocID="{DB4B1EB0-EA6E-4602-9844-E8CCF7B1F02B}" presName="theInnerList" presStyleCnt="0"/>
      <dgm:spPr/>
    </dgm:pt>
    <dgm:pt modelId="{C6114F62-EA34-4906-8971-D71DA0E8FBAE}" type="pres">
      <dgm:prSet presAssocID="{7FBAB78A-DE58-4324-8C31-D614825D9429}" presName="childNode" presStyleLbl="node1" presStyleIdx="0" presStyleCnt="6" custScaleX="94942" custScaleY="205369" custLinFactY="-24259" custLinFactNeighborY="-100000">
        <dgm:presLayoutVars>
          <dgm:bulletEnabled val="1"/>
        </dgm:presLayoutVars>
      </dgm:prSet>
      <dgm:spPr/>
    </dgm:pt>
    <dgm:pt modelId="{0D1ECBE1-8B13-493B-BB42-C16B5D4E0967}" type="pres">
      <dgm:prSet presAssocID="{7FBAB78A-DE58-4324-8C31-D614825D9429}" presName="aSpace2" presStyleCnt="0"/>
      <dgm:spPr/>
    </dgm:pt>
    <dgm:pt modelId="{D006FAF8-51A8-4D16-BAB2-B3FF0814783D}" type="pres">
      <dgm:prSet presAssocID="{18842039-87AE-4A8C-B433-B177B51D3750}" presName="childNode" presStyleLbl="node1" presStyleIdx="1" presStyleCnt="6" custLinFactY="-23589" custLinFactNeighborX="679" custLinFactNeighborY="-100000">
        <dgm:presLayoutVars>
          <dgm:bulletEnabled val="1"/>
        </dgm:presLayoutVars>
      </dgm:prSet>
      <dgm:spPr/>
    </dgm:pt>
    <dgm:pt modelId="{90CBC43C-AAA2-42C1-8B27-2AB368A0700C}" type="pres">
      <dgm:prSet presAssocID="{18842039-87AE-4A8C-B433-B177B51D3750}" presName="aSpace2" presStyleCnt="0"/>
      <dgm:spPr/>
    </dgm:pt>
    <dgm:pt modelId="{93DEEE58-1646-4CD7-B9CC-BEAB8F310883}" type="pres">
      <dgm:prSet presAssocID="{0B00F827-D2CC-4744-A858-0236C8F83AFB}" presName="childNode" presStyleLbl="node1" presStyleIdx="2" presStyleCnt="6" custScaleX="97414" custScaleY="184910" custLinFactY="-8908" custLinFactNeighborY="-100000">
        <dgm:presLayoutVars>
          <dgm:bulletEnabled val="1"/>
        </dgm:presLayoutVars>
      </dgm:prSet>
      <dgm:spPr/>
    </dgm:pt>
    <dgm:pt modelId="{47D7D57D-5A3D-4628-A4EB-974AB6BEAB26}" type="pres">
      <dgm:prSet presAssocID="{DB4B1EB0-EA6E-4602-9844-E8CCF7B1F02B}" presName="aSpace" presStyleCnt="0"/>
      <dgm:spPr/>
    </dgm:pt>
    <dgm:pt modelId="{5C48B0D8-E3D1-43B0-89BE-02DB3A114400}" type="pres">
      <dgm:prSet presAssocID="{76D3A676-50E8-4328-ABE1-F637D243F93E}" presName="compNode" presStyleCnt="0"/>
      <dgm:spPr/>
    </dgm:pt>
    <dgm:pt modelId="{6B20ACB1-3EE5-4F27-8297-8BA79521FE22}" type="pres">
      <dgm:prSet presAssocID="{76D3A676-50E8-4328-ABE1-F637D243F93E}" presName="aNode" presStyleLbl="bgShp" presStyleIdx="1" presStyleCnt="2" custLinFactNeighborX="717" custLinFactNeighborY="3313"/>
      <dgm:spPr/>
    </dgm:pt>
    <dgm:pt modelId="{0E7A38F0-C377-4040-A2DC-3FC3F1099CA0}" type="pres">
      <dgm:prSet presAssocID="{76D3A676-50E8-4328-ABE1-F637D243F93E}" presName="textNode" presStyleLbl="bgShp" presStyleIdx="1" presStyleCnt="2"/>
      <dgm:spPr/>
    </dgm:pt>
    <dgm:pt modelId="{D6F8C9A0-7E2A-4506-82AB-F0E0D344FD8F}" type="pres">
      <dgm:prSet presAssocID="{76D3A676-50E8-4328-ABE1-F637D243F93E}" presName="compChildNode" presStyleCnt="0"/>
      <dgm:spPr/>
    </dgm:pt>
    <dgm:pt modelId="{2CAF9F48-0AD3-4892-922E-D4F1BAEF44FC}" type="pres">
      <dgm:prSet presAssocID="{76D3A676-50E8-4328-ABE1-F637D243F93E}" presName="theInnerList" presStyleCnt="0"/>
      <dgm:spPr/>
    </dgm:pt>
    <dgm:pt modelId="{A33503AE-1618-4FE9-BBDB-1877C1A2826A}" type="pres">
      <dgm:prSet presAssocID="{D3DADA87-17C1-4D6F-9168-E737AC722736}" presName="childNode" presStyleLbl="node1" presStyleIdx="3" presStyleCnt="6" custScaleX="108236" custScaleY="220786" custLinFactY="-17078" custLinFactNeighborX="1736" custLinFactNeighborY="-100000">
        <dgm:presLayoutVars>
          <dgm:bulletEnabled val="1"/>
        </dgm:presLayoutVars>
      </dgm:prSet>
      <dgm:spPr/>
    </dgm:pt>
    <dgm:pt modelId="{1FBC0FB4-C292-4DBB-B799-1A268C103264}" type="pres">
      <dgm:prSet presAssocID="{D3DADA87-17C1-4D6F-9168-E737AC722736}" presName="aSpace2" presStyleCnt="0"/>
      <dgm:spPr/>
    </dgm:pt>
    <dgm:pt modelId="{01C19A0E-1BC2-4D5C-BE40-4CDDEE1506A8}" type="pres">
      <dgm:prSet presAssocID="{4C580C6F-B6C8-4CB8-A1BB-91276131CAD0}" presName="childNode" presStyleLbl="node1" presStyleIdx="4" presStyleCnt="6" custScaleY="176379" custLinFactY="-15131" custLinFactNeighborX="1057" custLinFactNeighborY="-100000">
        <dgm:presLayoutVars>
          <dgm:bulletEnabled val="1"/>
        </dgm:presLayoutVars>
      </dgm:prSet>
      <dgm:spPr/>
    </dgm:pt>
    <dgm:pt modelId="{14FD9425-AFAF-4967-B43B-B3EEA455D132}" type="pres">
      <dgm:prSet presAssocID="{4C580C6F-B6C8-4CB8-A1BB-91276131CAD0}" presName="aSpace2" presStyleCnt="0"/>
      <dgm:spPr/>
    </dgm:pt>
    <dgm:pt modelId="{F78CB47F-A92B-40D1-8C5A-8A762FAE0DB2}" type="pres">
      <dgm:prSet presAssocID="{0746629B-EFFF-4E9E-BF6B-AE6174BE4BC0}" presName="childNode" presStyleLbl="node1" presStyleIdx="5" presStyleCnt="6" custScaleX="105820" custScaleY="275471" custLinFactNeighborX="1359" custLinFactNeighborY="-74291">
        <dgm:presLayoutVars>
          <dgm:bulletEnabled val="1"/>
        </dgm:presLayoutVars>
      </dgm:prSet>
      <dgm:spPr/>
    </dgm:pt>
  </dgm:ptLst>
  <dgm:cxnLst>
    <dgm:cxn modelId="{5872F600-5786-4FE9-8590-64D07946147F}" srcId="{76D3A676-50E8-4328-ABE1-F637D243F93E}" destId="{D3DADA87-17C1-4D6F-9168-E737AC722736}" srcOrd="0" destOrd="0" parTransId="{F9FA9476-0C77-4683-80EA-C7ED69F91818}" sibTransId="{061854F0-104A-401C-B90B-0D23318CC75B}"/>
    <dgm:cxn modelId="{7527FD06-9198-4CBB-BD4D-BB07E379DB77}" type="presOf" srcId="{76D3A676-50E8-4328-ABE1-F637D243F93E}" destId="{6B20ACB1-3EE5-4F27-8297-8BA79521FE22}" srcOrd="0" destOrd="0" presId="urn:microsoft.com/office/officeart/2005/8/layout/lProcess2"/>
    <dgm:cxn modelId="{2BDEF50A-57E1-4DE6-A7D7-3176FB494B63}" srcId="{B0148939-5709-4B74-BB66-BC804300EE2C}" destId="{DB4B1EB0-EA6E-4602-9844-E8CCF7B1F02B}" srcOrd="0" destOrd="0" parTransId="{959DA69C-91CD-4A60-B41D-A2099CACA7C3}" sibTransId="{7053D4CC-2CBE-4FEC-9962-8EBEA38B6163}"/>
    <dgm:cxn modelId="{C774330B-0D2F-49BC-97CA-E3313BB5DEC6}" type="presOf" srcId="{76D3A676-50E8-4328-ABE1-F637D243F93E}" destId="{0E7A38F0-C377-4040-A2DC-3FC3F1099CA0}" srcOrd="1" destOrd="0" presId="urn:microsoft.com/office/officeart/2005/8/layout/lProcess2"/>
    <dgm:cxn modelId="{6138510B-2439-4E98-9D3F-BF17BA6345C5}" type="presOf" srcId="{0B00F827-D2CC-4744-A858-0236C8F83AFB}" destId="{93DEEE58-1646-4CD7-B9CC-BEAB8F310883}" srcOrd="0" destOrd="0" presId="urn:microsoft.com/office/officeart/2005/8/layout/lProcess2"/>
    <dgm:cxn modelId="{8DC5130F-46F2-404B-B15B-75E9CF89F949}" type="presOf" srcId="{18842039-87AE-4A8C-B433-B177B51D3750}" destId="{D006FAF8-51A8-4D16-BAB2-B3FF0814783D}" srcOrd="0" destOrd="0" presId="urn:microsoft.com/office/officeart/2005/8/layout/lProcess2"/>
    <dgm:cxn modelId="{E941C111-06F5-41BC-B11B-EAE08630B406}" srcId="{DB4B1EB0-EA6E-4602-9844-E8CCF7B1F02B}" destId="{7FBAB78A-DE58-4324-8C31-D614825D9429}" srcOrd="0" destOrd="0" parTransId="{32DB6883-CFA8-4B0C-8B38-F17FC75FD62A}" sibTransId="{4602B160-36C5-4C97-9CC7-3E7EF065F53F}"/>
    <dgm:cxn modelId="{F8FED812-4F46-44F6-A6F9-EBDD26869EB3}" type="presOf" srcId="{4C580C6F-B6C8-4CB8-A1BB-91276131CAD0}" destId="{01C19A0E-1BC2-4D5C-BE40-4CDDEE1506A8}" srcOrd="0" destOrd="0" presId="urn:microsoft.com/office/officeart/2005/8/layout/lProcess2"/>
    <dgm:cxn modelId="{6095FE25-DE97-4D4B-AC5C-4FE9C9BB09B8}" type="presOf" srcId="{7FBAB78A-DE58-4324-8C31-D614825D9429}" destId="{C6114F62-EA34-4906-8971-D71DA0E8FBAE}" srcOrd="0" destOrd="0" presId="urn:microsoft.com/office/officeart/2005/8/layout/lProcess2"/>
    <dgm:cxn modelId="{D34AB739-C24E-41DD-9EB7-5A7DDC3B2EE0}" srcId="{DB4B1EB0-EA6E-4602-9844-E8CCF7B1F02B}" destId="{18842039-87AE-4A8C-B433-B177B51D3750}" srcOrd="1" destOrd="0" parTransId="{981B14C1-8AD8-4297-9CD9-4A2F9551B8F3}" sibTransId="{CAD9218A-C828-45EC-B9FA-CA177AC598D6}"/>
    <dgm:cxn modelId="{22BF563F-9C24-47BB-B2B7-BF16EE61EAD0}" srcId="{DB4B1EB0-EA6E-4602-9844-E8CCF7B1F02B}" destId="{0B00F827-D2CC-4744-A858-0236C8F83AFB}" srcOrd="2" destOrd="0" parTransId="{BA56A787-5ED2-44CD-B0FA-5DFF14A65D82}" sibTransId="{DE7A3264-370F-4A83-A27A-B4985700CC82}"/>
    <dgm:cxn modelId="{8575D53F-7E7A-4B7F-92ED-9BFC62626B66}" type="presOf" srcId="{D3DADA87-17C1-4D6F-9168-E737AC722736}" destId="{A33503AE-1618-4FE9-BBDB-1877C1A2826A}" srcOrd="0" destOrd="0" presId="urn:microsoft.com/office/officeart/2005/8/layout/lProcess2"/>
    <dgm:cxn modelId="{5FCDA86F-650F-48FF-B143-EC35CAAAEB7D}" type="presOf" srcId="{DB4B1EB0-EA6E-4602-9844-E8CCF7B1F02B}" destId="{C74B5F96-2797-4343-813F-A26027DA52C5}" srcOrd="1" destOrd="0" presId="urn:microsoft.com/office/officeart/2005/8/layout/lProcess2"/>
    <dgm:cxn modelId="{352EEC74-D1E4-4603-8E01-647716D3DCD4}" srcId="{76D3A676-50E8-4328-ABE1-F637D243F93E}" destId="{4C580C6F-B6C8-4CB8-A1BB-91276131CAD0}" srcOrd="1" destOrd="0" parTransId="{16B1E84A-F496-4DE8-B13C-D8DFED184D2D}" sibTransId="{B2E9658E-D989-4582-9CE9-6F75D2DD8924}"/>
    <dgm:cxn modelId="{D5D2E58D-3DBA-4182-A377-96149A36FF6A}" srcId="{B0148939-5709-4B74-BB66-BC804300EE2C}" destId="{76D3A676-50E8-4328-ABE1-F637D243F93E}" srcOrd="1" destOrd="0" parTransId="{C5FCA874-155B-4AC8-8872-5CF98051520D}" sibTransId="{2248FEEC-DEE3-42B6-BC5B-B73C7133A976}"/>
    <dgm:cxn modelId="{F4330DA4-C7F5-4E58-B1A9-3C206B401A8D}" srcId="{76D3A676-50E8-4328-ABE1-F637D243F93E}" destId="{0746629B-EFFF-4E9E-BF6B-AE6174BE4BC0}" srcOrd="2" destOrd="0" parTransId="{399EB7F3-CB73-4E1A-A408-6AE1F363C6BF}" sibTransId="{C1F4ECF2-8D42-4A2C-BEDB-8CAE3DB393C8}"/>
    <dgm:cxn modelId="{0D07FCF7-D615-4D4B-BF44-81E2F9C3FD7F}" type="presOf" srcId="{0746629B-EFFF-4E9E-BF6B-AE6174BE4BC0}" destId="{F78CB47F-A92B-40D1-8C5A-8A762FAE0DB2}" srcOrd="0" destOrd="0" presId="urn:microsoft.com/office/officeart/2005/8/layout/lProcess2"/>
    <dgm:cxn modelId="{42AA0EF9-A6A7-439F-8C0D-8D993EE1A1C5}" type="presOf" srcId="{B0148939-5709-4B74-BB66-BC804300EE2C}" destId="{DE1E71FD-6966-48D6-9C28-826E7319E7A4}" srcOrd="0" destOrd="0" presId="urn:microsoft.com/office/officeart/2005/8/layout/lProcess2"/>
    <dgm:cxn modelId="{F96433FC-FEB3-432C-B0D1-A53D35F9587C}" type="presOf" srcId="{DB4B1EB0-EA6E-4602-9844-E8CCF7B1F02B}" destId="{42F88472-2D46-451F-970B-3E40A1BF11D4}" srcOrd="0" destOrd="0" presId="urn:microsoft.com/office/officeart/2005/8/layout/lProcess2"/>
    <dgm:cxn modelId="{EE412FBB-3A16-47D8-8015-97B8413E1E22}" type="presParOf" srcId="{DE1E71FD-6966-48D6-9C28-826E7319E7A4}" destId="{2341E777-A517-4A9F-ACDE-913A088A3585}" srcOrd="0" destOrd="0" presId="urn:microsoft.com/office/officeart/2005/8/layout/lProcess2"/>
    <dgm:cxn modelId="{E136CDB5-C1E6-46AA-857B-50CA74D1537D}" type="presParOf" srcId="{2341E777-A517-4A9F-ACDE-913A088A3585}" destId="{42F88472-2D46-451F-970B-3E40A1BF11D4}" srcOrd="0" destOrd="0" presId="urn:microsoft.com/office/officeart/2005/8/layout/lProcess2"/>
    <dgm:cxn modelId="{994C9A3E-6AFE-4854-B8C1-D18065B42099}" type="presParOf" srcId="{2341E777-A517-4A9F-ACDE-913A088A3585}" destId="{C74B5F96-2797-4343-813F-A26027DA52C5}" srcOrd="1" destOrd="0" presId="urn:microsoft.com/office/officeart/2005/8/layout/lProcess2"/>
    <dgm:cxn modelId="{4C31186C-E8AB-4CF2-BF80-4BA9FDC4CCE5}" type="presParOf" srcId="{2341E777-A517-4A9F-ACDE-913A088A3585}" destId="{54DE2945-E0F4-4ABD-8209-FFFF6814B085}" srcOrd="2" destOrd="0" presId="urn:microsoft.com/office/officeart/2005/8/layout/lProcess2"/>
    <dgm:cxn modelId="{D0F5DBAD-C561-4F03-9BA0-517F94E589E5}" type="presParOf" srcId="{54DE2945-E0F4-4ABD-8209-FFFF6814B085}" destId="{4C990C4A-813D-4DB3-BA83-C1C015A3FB4B}" srcOrd="0" destOrd="0" presId="urn:microsoft.com/office/officeart/2005/8/layout/lProcess2"/>
    <dgm:cxn modelId="{136BCE15-D787-4D85-B599-BBD9D0F6621D}" type="presParOf" srcId="{4C990C4A-813D-4DB3-BA83-C1C015A3FB4B}" destId="{C6114F62-EA34-4906-8971-D71DA0E8FBAE}" srcOrd="0" destOrd="0" presId="urn:microsoft.com/office/officeart/2005/8/layout/lProcess2"/>
    <dgm:cxn modelId="{CA095051-0C59-441D-ADC6-18A0B618C8A0}" type="presParOf" srcId="{4C990C4A-813D-4DB3-BA83-C1C015A3FB4B}" destId="{0D1ECBE1-8B13-493B-BB42-C16B5D4E0967}" srcOrd="1" destOrd="0" presId="urn:microsoft.com/office/officeart/2005/8/layout/lProcess2"/>
    <dgm:cxn modelId="{461828AB-161F-43E0-BE15-2BCA8D491C7B}" type="presParOf" srcId="{4C990C4A-813D-4DB3-BA83-C1C015A3FB4B}" destId="{D006FAF8-51A8-4D16-BAB2-B3FF0814783D}" srcOrd="2" destOrd="0" presId="urn:microsoft.com/office/officeart/2005/8/layout/lProcess2"/>
    <dgm:cxn modelId="{60136A6C-B6A3-4EE2-934F-9E52BD82E791}" type="presParOf" srcId="{4C990C4A-813D-4DB3-BA83-C1C015A3FB4B}" destId="{90CBC43C-AAA2-42C1-8B27-2AB368A0700C}" srcOrd="3" destOrd="0" presId="urn:microsoft.com/office/officeart/2005/8/layout/lProcess2"/>
    <dgm:cxn modelId="{EE5D682B-DF93-403A-8AD4-5D27AEF2A829}" type="presParOf" srcId="{4C990C4A-813D-4DB3-BA83-C1C015A3FB4B}" destId="{93DEEE58-1646-4CD7-B9CC-BEAB8F310883}" srcOrd="4" destOrd="0" presId="urn:microsoft.com/office/officeart/2005/8/layout/lProcess2"/>
    <dgm:cxn modelId="{76F51189-53CD-495E-A069-3F62EBE67F9F}" type="presParOf" srcId="{DE1E71FD-6966-48D6-9C28-826E7319E7A4}" destId="{47D7D57D-5A3D-4628-A4EB-974AB6BEAB26}" srcOrd="1" destOrd="0" presId="urn:microsoft.com/office/officeart/2005/8/layout/lProcess2"/>
    <dgm:cxn modelId="{CCECF031-7CDB-4F5F-A1D4-83BBC5EE8BC7}" type="presParOf" srcId="{DE1E71FD-6966-48D6-9C28-826E7319E7A4}" destId="{5C48B0D8-E3D1-43B0-89BE-02DB3A114400}" srcOrd="2" destOrd="0" presId="urn:microsoft.com/office/officeart/2005/8/layout/lProcess2"/>
    <dgm:cxn modelId="{5BABEF35-9957-4561-B01C-385220220BA1}" type="presParOf" srcId="{5C48B0D8-E3D1-43B0-89BE-02DB3A114400}" destId="{6B20ACB1-3EE5-4F27-8297-8BA79521FE22}" srcOrd="0" destOrd="0" presId="urn:microsoft.com/office/officeart/2005/8/layout/lProcess2"/>
    <dgm:cxn modelId="{9C7C8095-977F-4544-8537-C91B84D06B2B}" type="presParOf" srcId="{5C48B0D8-E3D1-43B0-89BE-02DB3A114400}" destId="{0E7A38F0-C377-4040-A2DC-3FC3F1099CA0}" srcOrd="1" destOrd="0" presId="urn:microsoft.com/office/officeart/2005/8/layout/lProcess2"/>
    <dgm:cxn modelId="{3A673B53-C4A5-483A-BE0F-1652EBAA45C3}" type="presParOf" srcId="{5C48B0D8-E3D1-43B0-89BE-02DB3A114400}" destId="{D6F8C9A0-7E2A-4506-82AB-F0E0D344FD8F}" srcOrd="2" destOrd="0" presId="urn:microsoft.com/office/officeart/2005/8/layout/lProcess2"/>
    <dgm:cxn modelId="{E322B3B4-2EE0-41D2-854D-77DCA824D8CF}" type="presParOf" srcId="{D6F8C9A0-7E2A-4506-82AB-F0E0D344FD8F}" destId="{2CAF9F48-0AD3-4892-922E-D4F1BAEF44FC}" srcOrd="0" destOrd="0" presId="urn:microsoft.com/office/officeart/2005/8/layout/lProcess2"/>
    <dgm:cxn modelId="{2537C349-F30A-41FC-9DD0-639F67CE1627}" type="presParOf" srcId="{2CAF9F48-0AD3-4892-922E-D4F1BAEF44FC}" destId="{A33503AE-1618-4FE9-BBDB-1877C1A2826A}" srcOrd="0" destOrd="0" presId="urn:microsoft.com/office/officeart/2005/8/layout/lProcess2"/>
    <dgm:cxn modelId="{268DD29E-FFEF-49EF-92C3-7E8E1D410946}" type="presParOf" srcId="{2CAF9F48-0AD3-4892-922E-D4F1BAEF44FC}" destId="{1FBC0FB4-C292-4DBB-B799-1A268C103264}" srcOrd="1" destOrd="0" presId="urn:microsoft.com/office/officeart/2005/8/layout/lProcess2"/>
    <dgm:cxn modelId="{FA0A6F33-DA1D-4152-94FF-2B65F1CF60D7}" type="presParOf" srcId="{2CAF9F48-0AD3-4892-922E-D4F1BAEF44FC}" destId="{01C19A0E-1BC2-4D5C-BE40-4CDDEE1506A8}" srcOrd="2" destOrd="0" presId="urn:microsoft.com/office/officeart/2005/8/layout/lProcess2"/>
    <dgm:cxn modelId="{A6B8E75D-C064-4176-A6BA-C6F087555D35}" type="presParOf" srcId="{2CAF9F48-0AD3-4892-922E-D4F1BAEF44FC}" destId="{14FD9425-AFAF-4967-B43B-B3EEA455D132}" srcOrd="3" destOrd="0" presId="urn:microsoft.com/office/officeart/2005/8/layout/lProcess2"/>
    <dgm:cxn modelId="{30902CF1-4096-4FCE-8A21-4B65EF757B7B}" type="presParOf" srcId="{2CAF9F48-0AD3-4892-922E-D4F1BAEF44FC}" destId="{F78CB47F-A92B-40D1-8C5A-8A762FAE0DB2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8DEE090-FF9A-49E3-8A53-58FD0AB43E41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73906EF-F413-4B89-BC91-D5C6BC1E4038}">
      <dgm:prSet phldrT="[Text]" phldr="0"/>
      <dgm:spPr/>
      <dgm:t>
        <a:bodyPr/>
        <a:lstStyle/>
        <a:p>
          <a:r>
            <a:rPr lang="en-IN" b="1" dirty="0"/>
            <a:t>Payment</a:t>
          </a:r>
          <a:r>
            <a:rPr lang="en-IN" dirty="0"/>
            <a:t> </a:t>
          </a:r>
          <a:r>
            <a:rPr lang="en-IN" b="1" dirty="0"/>
            <a:t>Behaviour</a:t>
          </a:r>
        </a:p>
      </dgm:t>
    </dgm:pt>
    <dgm:pt modelId="{F9B41C26-4516-4594-98A4-E6A62DC9A9B0}" type="parTrans" cxnId="{B6C08E6C-090C-407F-B324-1784A7487AF5}">
      <dgm:prSet/>
      <dgm:spPr/>
      <dgm:t>
        <a:bodyPr/>
        <a:lstStyle/>
        <a:p>
          <a:endParaRPr lang="en-IN"/>
        </a:p>
      </dgm:t>
    </dgm:pt>
    <dgm:pt modelId="{3456E62C-AAB6-4CC3-9EF5-87D6F23CF824}" type="sibTrans" cxnId="{B6C08E6C-090C-407F-B324-1784A7487AF5}">
      <dgm:prSet/>
      <dgm:spPr/>
      <dgm:t>
        <a:bodyPr/>
        <a:lstStyle/>
        <a:p>
          <a:endParaRPr lang="en-IN"/>
        </a:p>
      </dgm:t>
    </dgm:pt>
    <dgm:pt modelId="{A7AA7148-57BB-48A4-A75C-6D14DF0B2DC2}">
      <dgm:prSet phldrT="[Text]" phldr="0"/>
      <dgm:spPr/>
      <dgm:t>
        <a:bodyPr/>
        <a:lstStyle/>
        <a:p>
          <a:r>
            <a:rPr lang="en-IN" dirty="0"/>
            <a:t>Finding: Card was the most frequently used payment method with approx. 1,700 transactions followed closely by COD at 1,677.</a:t>
          </a:r>
        </a:p>
      </dgm:t>
    </dgm:pt>
    <dgm:pt modelId="{0A32A51C-8B5D-4178-8499-DF0ABF32C13F}" type="parTrans" cxnId="{67CD7568-8B99-45E0-B39B-3E4E8A1A2DCB}">
      <dgm:prSet/>
      <dgm:spPr/>
      <dgm:t>
        <a:bodyPr/>
        <a:lstStyle/>
        <a:p>
          <a:endParaRPr lang="en-IN"/>
        </a:p>
      </dgm:t>
    </dgm:pt>
    <dgm:pt modelId="{374ACD92-875C-4F4F-8493-D92F962D718A}" type="sibTrans" cxnId="{67CD7568-8B99-45E0-B39B-3E4E8A1A2DCB}">
      <dgm:prSet/>
      <dgm:spPr/>
      <dgm:t>
        <a:bodyPr/>
        <a:lstStyle/>
        <a:p>
          <a:endParaRPr lang="en-IN"/>
        </a:p>
      </dgm:t>
    </dgm:pt>
    <dgm:pt modelId="{BE4AA8A0-FFCE-4CE1-840B-5B30F8A4D8C9}">
      <dgm:prSet phldrT="[Text]" phldr="0"/>
      <dgm:spPr/>
      <dgm:t>
        <a:bodyPr/>
        <a:lstStyle/>
        <a:p>
          <a:r>
            <a:rPr lang="en-IN" dirty="0"/>
            <a:t>Action: Optimize the card checkout experience while maintaining COD as an important payment option.</a:t>
          </a:r>
        </a:p>
      </dgm:t>
    </dgm:pt>
    <dgm:pt modelId="{B4C02220-A038-4D81-969E-8781595B9981}" type="parTrans" cxnId="{AD023F22-5EA8-465E-8900-2A05A64DE346}">
      <dgm:prSet/>
      <dgm:spPr/>
      <dgm:t>
        <a:bodyPr/>
        <a:lstStyle/>
        <a:p>
          <a:endParaRPr lang="en-IN"/>
        </a:p>
      </dgm:t>
    </dgm:pt>
    <dgm:pt modelId="{E9D2BDBE-E8DA-4B13-8481-F2A4AE78507B}" type="sibTrans" cxnId="{AD023F22-5EA8-465E-8900-2A05A64DE346}">
      <dgm:prSet/>
      <dgm:spPr/>
      <dgm:t>
        <a:bodyPr/>
        <a:lstStyle/>
        <a:p>
          <a:endParaRPr lang="en-IN"/>
        </a:p>
      </dgm:t>
    </dgm:pt>
    <dgm:pt modelId="{7109EC85-7367-4B6B-8FCE-2EEFC5338638}">
      <dgm:prSet phldrT="[Text]" phldr="0"/>
      <dgm:spPr/>
      <dgm:t>
        <a:bodyPr/>
        <a:lstStyle/>
        <a:p>
          <a:r>
            <a:rPr lang="en-IN" b="1" dirty="0"/>
            <a:t>Loyalty Performance</a:t>
          </a:r>
        </a:p>
      </dgm:t>
    </dgm:pt>
    <dgm:pt modelId="{138AA3C0-CD1C-4070-858D-9894831ADEB5}" type="parTrans" cxnId="{1CD9C572-5C97-4511-891E-01E8C1F751EE}">
      <dgm:prSet/>
      <dgm:spPr/>
      <dgm:t>
        <a:bodyPr/>
        <a:lstStyle/>
        <a:p>
          <a:endParaRPr lang="en-IN"/>
        </a:p>
      </dgm:t>
    </dgm:pt>
    <dgm:pt modelId="{2C5E59A5-5865-4C4E-9D22-2BF758E30F1A}" type="sibTrans" cxnId="{1CD9C572-5C97-4511-891E-01E8C1F751EE}">
      <dgm:prSet/>
      <dgm:spPr/>
      <dgm:t>
        <a:bodyPr/>
        <a:lstStyle/>
        <a:p>
          <a:endParaRPr lang="en-IN"/>
        </a:p>
      </dgm:t>
    </dgm:pt>
    <dgm:pt modelId="{F88D5C70-05D7-4111-B535-31D450FE9D8C}">
      <dgm:prSet phldrT="[Text]" phldr="0"/>
      <dgm:spPr/>
      <dgm:t>
        <a:bodyPr/>
        <a:lstStyle/>
        <a:p>
          <a:r>
            <a:rPr lang="en-IN" dirty="0"/>
            <a:t>Bronze customers generated ₹2.2 crore in revenue, followed by Silver at approximately ₹1.2 crore.</a:t>
          </a:r>
        </a:p>
      </dgm:t>
    </dgm:pt>
    <dgm:pt modelId="{5E4333EF-84F0-4975-8AE5-F455DBA271A5}" type="parTrans" cxnId="{F1948907-C654-421E-BFDC-168EA42C7A41}">
      <dgm:prSet/>
      <dgm:spPr/>
      <dgm:t>
        <a:bodyPr/>
        <a:lstStyle/>
        <a:p>
          <a:endParaRPr lang="en-IN"/>
        </a:p>
      </dgm:t>
    </dgm:pt>
    <dgm:pt modelId="{776CF10D-C898-4AAB-8144-BAD1F025CE7E}" type="sibTrans" cxnId="{F1948907-C654-421E-BFDC-168EA42C7A41}">
      <dgm:prSet/>
      <dgm:spPr/>
      <dgm:t>
        <a:bodyPr/>
        <a:lstStyle/>
        <a:p>
          <a:endParaRPr lang="en-IN"/>
        </a:p>
      </dgm:t>
    </dgm:pt>
    <dgm:pt modelId="{689CB585-FCD6-4E9E-976A-D8A482076C19}">
      <dgm:prSet phldrT="[Text]" phldr="0"/>
      <dgm:spPr/>
      <dgm:t>
        <a:bodyPr/>
        <a:lstStyle/>
        <a:p>
          <a:r>
            <a:rPr lang="en-IN" dirty="0"/>
            <a:t>Action: Develop targeted campaigns that encourage Bronze customers to move into higher loyalty tiers.</a:t>
          </a:r>
        </a:p>
      </dgm:t>
    </dgm:pt>
    <dgm:pt modelId="{79A7C34A-846F-4A10-97B2-60A1AAE0A7AF}" type="parTrans" cxnId="{1D4B4FD1-CABC-40B5-927E-3C893254D2D6}">
      <dgm:prSet/>
      <dgm:spPr/>
      <dgm:t>
        <a:bodyPr/>
        <a:lstStyle/>
        <a:p>
          <a:endParaRPr lang="en-IN"/>
        </a:p>
      </dgm:t>
    </dgm:pt>
    <dgm:pt modelId="{4C7FB498-60AE-4951-A437-BD317C4F9D43}" type="sibTrans" cxnId="{1D4B4FD1-CABC-40B5-927E-3C893254D2D6}">
      <dgm:prSet/>
      <dgm:spPr/>
      <dgm:t>
        <a:bodyPr/>
        <a:lstStyle/>
        <a:p>
          <a:endParaRPr lang="en-IN"/>
        </a:p>
      </dgm:t>
    </dgm:pt>
    <dgm:pt modelId="{0E57577F-C6E4-4A11-AB52-CC8226491396}">
      <dgm:prSet phldrT="[Text]" phldr="0"/>
      <dgm:spPr/>
      <dgm:t>
        <a:bodyPr/>
        <a:lstStyle/>
        <a:p>
          <a:r>
            <a:rPr lang="en-IN" b="1" dirty="0"/>
            <a:t>Cross-Business</a:t>
          </a:r>
        </a:p>
      </dgm:t>
    </dgm:pt>
    <dgm:pt modelId="{951A8626-F7DE-4F3B-A84C-489D732118F0}" type="parTrans" cxnId="{0C77A8D4-6333-4E24-96EB-CEFE006696B6}">
      <dgm:prSet/>
      <dgm:spPr/>
      <dgm:t>
        <a:bodyPr/>
        <a:lstStyle/>
        <a:p>
          <a:endParaRPr lang="en-IN"/>
        </a:p>
      </dgm:t>
    </dgm:pt>
    <dgm:pt modelId="{CA504A21-7543-421E-8158-6FDFC6DC4978}" type="sibTrans" cxnId="{0C77A8D4-6333-4E24-96EB-CEFE006696B6}">
      <dgm:prSet/>
      <dgm:spPr/>
      <dgm:t>
        <a:bodyPr/>
        <a:lstStyle/>
        <a:p>
          <a:endParaRPr lang="en-IN"/>
        </a:p>
      </dgm:t>
    </dgm:pt>
    <dgm:pt modelId="{5CA000BF-16B6-476C-8854-2FD0F3EE7B41}">
      <dgm:prSet phldrT="[Text]" phldr="0"/>
      <dgm:spPr/>
      <dgm:t>
        <a:bodyPr/>
        <a:lstStyle/>
        <a:p>
          <a:r>
            <a:rPr lang="en-IN" dirty="0"/>
            <a:t>Customer value, geography and loyalty data can be combined.</a:t>
          </a:r>
        </a:p>
      </dgm:t>
    </dgm:pt>
    <dgm:pt modelId="{B6D0DC00-3C36-4FEB-8591-37A0097B038D}" type="parTrans" cxnId="{D5116BBA-D317-46AF-81B2-D3BC395B22AA}">
      <dgm:prSet/>
      <dgm:spPr/>
      <dgm:t>
        <a:bodyPr/>
        <a:lstStyle/>
        <a:p>
          <a:endParaRPr lang="en-IN"/>
        </a:p>
      </dgm:t>
    </dgm:pt>
    <dgm:pt modelId="{FF67824E-00A4-4A1C-A01E-6EAFE20E4B81}" type="sibTrans" cxnId="{D5116BBA-D317-46AF-81B2-D3BC395B22AA}">
      <dgm:prSet/>
      <dgm:spPr/>
      <dgm:t>
        <a:bodyPr/>
        <a:lstStyle/>
        <a:p>
          <a:endParaRPr lang="en-IN"/>
        </a:p>
      </dgm:t>
    </dgm:pt>
    <dgm:pt modelId="{9CD9B939-6EC7-4786-B39C-6EF2BB3B2991}">
      <dgm:prSet phldrT="[Text]" phldr="0"/>
      <dgm:spPr/>
      <dgm:t>
        <a:bodyPr/>
        <a:lstStyle/>
        <a:p>
          <a:r>
            <a:rPr lang="en-IN" dirty="0"/>
            <a:t>It can identify where high-value customers are concentrated and where targeted campaigns may have the greatest potential. </a:t>
          </a:r>
        </a:p>
      </dgm:t>
    </dgm:pt>
    <dgm:pt modelId="{F85C3144-7B28-4472-B09D-22B8D8BD11D3}" type="parTrans" cxnId="{DBA7B06D-AA3D-4BE0-8E1F-A158513B7233}">
      <dgm:prSet/>
      <dgm:spPr/>
      <dgm:t>
        <a:bodyPr/>
        <a:lstStyle/>
        <a:p>
          <a:endParaRPr lang="en-IN"/>
        </a:p>
      </dgm:t>
    </dgm:pt>
    <dgm:pt modelId="{6D4D1EE3-9943-498D-979D-9915A95E6B2E}" type="sibTrans" cxnId="{DBA7B06D-AA3D-4BE0-8E1F-A158513B7233}">
      <dgm:prSet/>
      <dgm:spPr/>
      <dgm:t>
        <a:bodyPr/>
        <a:lstStyle/>
        <a:p>
          <a:endParaRPr lang="en-IN"/>
        </a:p>
      </dgm:t>
    </dgm:pt>
    <dgm:pt modelId="{79005238-F63D-453B-8722-17D86C14F4A3}">
      <dgm:prSet phldrT="[Text]" phldr="0"/>
      <dgm:spPr/>
      <dgm:t>
        <a:bodyPr/>
        <a:lstStyle/>
        <a:p>
          <a:endParaRPr lang="en-IN" dirty="0"/>
        </a:p>
      </dgm:t>
    </dgm:pt>
    <dgm:pt modelId="{C07EE660-6DB0-4B4F-9DDC-4C3B44C39D56}" type="parTrans" cxnId="{1D7F3000-77F0-49F7-8ABD-AEEFB7A05AF8}">
      <dgm:prSet/>
      <dgm:spPr/>
      <dgm:t>
        <a:bodyPr/>
        <a:lstStyle/>
        <a:p>
          <a:endParaRPr lang="en-IN"/>
        </a:p>
      </dgm:t>
    </dgm:pt>
    <dgm:pt modelId="{16401C90-D15D-4DF8-9245-7476C85DA3DB}" type="sibTrans" cxnId="{1D7F3000-77F0-49F7-8ABD-AEEFB7A05AF8}">
      <dgm:prSet/>
      <dgm:spPr/>
      <dgm:t>
        <a:bodyPr/>
        <a:lstStyle/>
        <a:p>
          <a:endParaRPr lang="en-IN"/>
        </a:p>
      </dgm:t>
    </dgm:pt>
    <dgm:pt modelId="{36E78599-2E7E-44B7-9359-D4B7BFD8B5AC}">
      <dgm:prSet phldrT="[Text]" phldr="0"/>
      <dgm:spPr/>
      <dgm:t>
        <a:bodyPr/>
        <a:lstStyle/>
        <a:p>
          <a:endParaRPr lang="en-IN" dirty="0"/>
        </a:p>
      </dgm:t>
    </dgm:pt>
    <dgm:pt modelId="{2E14EE57-CBCB-4B47-B430-A52079F74283}" type="parTrans" cxnId="{FD67B7DA-2A4B-4EEC-B4F5-BAB49399A3E7}">
      <dgm:prSet/>
      <dgm:spPr/>
      <dgm:t>
        <a:bodyPr/>
        <a:lstStyle/>
        <a:p>
          <a:endParaRPr lang="en-IN"/>
        </a:p>
      </dgm:t>
    </dgm:pt>
    <dgm:pt modelId="{0927E5DB-D2FA-4126-9FBD-32B7AA428CCF}" type="sibTrans" cxnId="{FD67B7DA-2A4B-4EEC-B4F5-BAB49399A3E7}">
      <dgm:prSet/>
      <dgm:spPr/>
      <dgm:t>
        <a:bodyPr/>
        <a:lstStyle/>
        <a:p>
          <a:endParaRPr lang="en-IN"/>
        </a:p>
      </dgm:t>
    </dgm:pt>
    <dgm:pt modelId="{6806DB08-4F50-41A9-85B5-6E42C1ACF209}">
      <dgm:prSet phldrT="[Text]" phldr="0"/>
      <dgm:spPr/>
      <dgm:t>
        <a:bodyPr/>
        <a:lstStyle/>
        <a:p>
          <a:endParaRPr lang="en-IN" dirty="0"/>
        </a:p>
      </dgm:t>
    </dgm:pt>
    <dgm:pt modelId="{E8412D84-A7AA-46CA-923C-D4AD347EF09E}" type="parTrans" cxnId="{423B477A-9C80-4908-9686-1E8901AAAF87}">
      <dgm:prSet/>
      <dgm:spPr/>
      <dgm:t>
        <a:bodyPr/>
        <a:lstStyle/>
        <a:p>
          <a:endParaRPr lang="en-IN"/>
        </a:p>
      </dgm:t>
    </dgm:pt>
    <dgm:pt modelId="{223DD1F5-B7B3-45A0-A65D-E78AA4C1A741}" type="sibTrans" cxnId="{423B477A-9C80-4908-9686-1E8901AAAF87}">
      <dgm:prSet/>
      <dgm:spPr/>
      <dgm:t>
        <a:bodyPr/>
        <a:lstStyle/>
        <a:p>
          <a:endParaRPr lang="en-IN"/>
        </a:p>
      </dgm:t>
    </dgm:pt>
    <dgm:pt modelId="{67F402A2-9B91-43EF-9935-713732DDF16C}" type="pres">
      <dgm:prSet presAssocID="{58DEE090-FF9A-49E3-8A53-58FD0AB43E41}" presName="Name0" presStyleCnt="0">
        <dgm:presLayoutVars>
          <dgm:dir/>
          <dgm:resizeHandles val="exact"/>
        </dgm:presLayoutVars>
      </dgm:prSet>
      <dgm:spPr/>
    </dgm:pt>
    <dgm:pt modelId="{267E0A6B-84F1-4355-98B3-FAA8766A25FE}" type="pres">
      <dgm:prSet presAssocID="{873906EF-F413-4B89-BC91-D5C6BC1E4038}" presName="node" presStyleLbl="node1" presStyleIdx="0" presStyleCnt="3">
        <dgm:presLayoutVars>
          <dgm:bulletEnabled val="1"/>
        </dgm:presLayoutVars>
      </dgm:prSet>
      <dgm:spPr/>
    </dgm:pt>
    <dgm:pt modelId="{7CBDEF18-A954-45BA-B36B-E8DEFAC15185}" type="pres">
      <dgm:prSet presAssocID="{3456E62C-AAB6-4CC3-9EF5-87D6F23CF824}" presName="sibTrans" presStyleCnt="0"/>
      <dgm:spPr/>
    </dgm:pt>
    <dgm:pt modelId="{188BC8B8-A36C-413E-9172-4D2C562A7C96}" type="pres">
      <dgm:prSet presAssocID="{7109EC85-7367-4B6B-8FCE-2EEFC5338638}" presName="node" presStyleLbl="node1" presStyleIdx="1" presStyleCnt="3">
        <dgm:presLayoutVars>
          <dgm:bulletEnabled val="1"/>
        </dgm:presLayoutVars>
      </dgm:prSet>
      <dgm:spPr/>
    </dgm:pt>
    <dgm:pt modelId="{78AE540D-6531-4435-BB6A-FEDF10B6875E}" type="pres">
      <dgm:prSet presAssocID="{2C5E59A5-5865-4C4E-9D22-2BF758E30F1A}" presName="sibTrans" presStyleCnt="0"/>
      <dgm:spPr/>
    </dgm:pt>
    <dgm:pt modelId="{BEAA0341-2BE7-4FE4-B9E1-149F55FCD07B}" type="pres">
      <dgm:prSet presAssocID="{0E57577F-C6E4-4A11-AB52-CC8226491396}" presName="node" presStyleLbl="node1" presStyleIdx="2" presStyleCnt="3">
        <dgm:presLayoutVars>
          <dgm:bulletEnabled val="1"/>
        </dgm:presLayoutVars>
      </dgm:prSet>
      <dgm:spPr/>
    </dgm:pt>
  </dgm:ptLst>
  <dgm:cxnLst>
    <dgm:cxn modelId="{1D7F3000-77F0-49F7-8ABD-AEEFB7A05AF8}" srcId="{7109EC85-7367-4B6B-8FCE-2EEFC5338638}" destId="{79005238-F63D-453B-8722-17D86C14F4A3}" srcOrd="1" destOrd="0" parTransId="{C07EE660-6DB0-4B4F-9DDC-4C3B44C39D56}" sibTransId="{16401C90-D15D-4DF8-9245-7476C85DA3DB}"/>
    <dgm:cxn modelId="{F1948907-C654-421E-BFDC-168EA42C7A41}" srcId="{7109EC85-7367-4B6B-8FCE-2EEFC5338638}" destId="{F88D5C70-05D7-4111-B535-31D450FE9D8C}" srcOrd="0" destOrd="0" parTransId="{5E4333EF-84F0-4975-8AE5-F455DBA271A5}" sibTransId="{776CF10D-C898-4AAB-8144-BAD1F025CE7E}"/>
    <dgm:cxn modelId="{4FCB2608-DED4-4970-8582-866679826E05}" type="presOf" srcId="{58DEE090-FF9A-49E3-8A53-58FD0AB43E41}" destId="{67F402A2-9B91-43EF-9935-713732DDF16C}" srcOrd="0" destOrd="0" presId="urn:microsoft.com/office/officeart/2005/8/layout/hList6"/>
    <dgm:cxn modelId="{2AF88313-B04A-4160-874D-2B3448C6F5CA}" type="presOf" srcId="{F88D5C70-05D7-4111-B535-31D450FE9D8C}" destId="{188BC8B8-A36C-413E-9172-4D2C562A7C96}" srcOrd="0" destOrd="1" presId="urn:microsoft.com/office/officeart/2005/8/layout/hList6"/>
    <dgm:cxn modelId="{6615D71A-A241-42B1-8216-A4C9566A9BA1}" type="presOf" srcId="{873906EF-F413-4B89-BC91-D5C6BC1E4038}" destId="{267E0A6B-84F1-4355-98B3-FAA8766A25FE}" srcOrd="0" destOrd="0" presId="urn:microsoft.com/office/officeart/2005/8/layout/hList6"/>
    <dgm:cxn modelId="{AD023F22-5EA8-465E-8900-2A05A64DE346}" srcId="{873906EF-F413-4B89-BC91-D5C6BC1E4038}" destId="{BE4AA8A0-FFCE-4CE1-840B-5B30F8A4D8C9}" srcOrd="2" destOrd="0" parTransId="{B4C02220-A038-4D81-969E-8781595B9981}" sibTransId="{E9D2BDBE-E8DA-4B13-8481-F2A4AE78507B}"/>
    <dgm:cxn modelId="{4A64183A-7DA8-4834-BF5A-AE97D0880878}" type="presOf" srcId="{689CB585-FCD6-4E9E-976A-D8A482076C19}" destId="{188BC8B8-A36C-413E-9172-4D2C562A7C96}" srcOrd="0" destOrd="3" presId="urn:microsoft.com/office/officeart/2005/8/layout/hList6"/>
    <dgm:cxn modelId="{67CD7568-8B99-45E0-B39B-3E4E8A1A2DCB}" srcId="{873906EF-F413-4B89-BC91-D5C6BC1E4038}" destId="{A7AA7148-57BB-48A4-A75C-6D14DF0B2DC2}" srcOrd="0" destOrd="0" parTransId="{0A32A51C-8B5D-4178-8499-DF0ABF32C13F}" sibTransId="{374ACD92-875C-4F4F-8493-D92F962D718A}"/>
    <dgm:cxn modelId="{B6C08E6C-090C-407F-B324-1784A7487AF5}" srcId="{58DEE090-FF9A-49E3-8A53-58FD0AB43E41}" destId="{873906EF-F413-4B89-BC91-D5C6BC1E4038}" srcOrd="0" destOrd="0" parTransId="{F9B41C26-4516-4594-98A4-E6A62DC9A9B0}" sibTransId="{3456E62C-AAB6-4CC3-9EF5-87D6F23CF824}"/>
    <dgm:cxn modelId="{DBA7B06D-AA3D-4BE0-8E1F-A158513B7233}" srcId="{0E57577F-C6E4-4A11-AB52-CC8226491396}" destId="{9CD9B939-6EC7-4786-B39C-6EF2BB3B2991}" srcOrd="2" destOrd="0" parTransId="{F85C3144-7B28-4472-B09D-22B8D8BD11D3}" sibTransId="{6D4D1EE3-9943-498D-979D-9915A95E6B2E}"/>
    <dgm:cxn modelId="{F361AC6E-B9D6-4334-8992-053375D14618}" type="presOf" srcId="{36E78599-2E7E-44B7-9359-D4B7BFD8B5AC}" destId="{267E0A6B-84F1-4355-98B3-FAA8766A25FE}" srcOrd="0" destOrd="2" presId="urn:microsoft.com/office/officeart/2005/8/layout/hList6"/>
    <dgm:cxn modelId="{C9125C72-A63D-4061-AABF-2F3BBAA7E8B5}" type="presOf" srcId="{9CD9B939-6EC7-4786-B39C-6EF2BB3B2991}" destId="{BEAA0341-2BE7-4FE4-B9E1-149F55FCD07B}" srcOrd="0" destOrd="3" presId="urn:microsoft.com/office/officeart/2005/8/layout/hList6"/>
    <dgm:cxn modelId="{1CD9C572-5C97-4511-891E-01E8C1F751EE}" srcId="{58DEE090-FF9A-49E3-8A53-58FD0AB43E41}" destId="{7109EC85-7367-4B6B-8FCE-2EEFC5338638}" srcOrd="1" destOrd="0" parTransId="{138AA3C0-CD1C-4070-858D-9894831ADEB5}" sibTransId="{2C5E59A5-5865-4C4E-9D22-2BF758E30F1A}"/>
    <dgm:cxn modelId="{423B477A-9C80-4908-9686-1E8901AAAF87}" srcId="{0E57577F-C6E4-4A11-AB52-CC8226491396}" destId="{6806DB08-4F50-41A9-85B5-6E42C1ACF209}" srcOrd="1" destOrd="0" parTransId="{E8412D84-A7AA-46CA-923C-D4AD347EF09E}" sibTransId="{223DD1F5-B7B3-45A0-A65D-E78AA4C1A741}"/>
    <dgm:cxn modelId="{0AD12E95-7E9C-4C43-BA71-EF09C6E09248}" type="presOf" srcId="{5CA000BF-16B6-476C-8854-2FD0F3EE7B41}" destId="{BEAA0341-2BE7-4FE4-B9E1-149F55FCD07B}" srcOrd="0" destOrd="1" presId="urn:microsoft.com/office/officeart/2005/8/layout/hList6"/>
    <dgm:cxn modelId="{E3C43F9A-C8E8-4CCA-8711-15EFFAF474A4}" type="presOf" srcId="{A7AA7148-57BB-48A4-A75C-6D14DF0B2DC2}" destId="{267E0A6B-84F1-4355-98B3-FAA8766A25FE}" srcOrd="0" destOrd="1" presId="urn:microsoft.com/office/officeart/2005/8/layout/hList6"/>
    <dgm:cxn modelId="{E84743A7-0DD0-49E9-9374-7AC7E9CE759E}" type="presOf" srcId="{6806DB08-4F50-41A9-85B5-6E42C1ACF209}" destId="{BEAA0341-2BE7-4FE4-B9E1-149F55FCD07B}" srcOrd="0" destOrd="2" presId="urn:microsoft.com/office/officeart/2005/8/layout/hList6"/>
    <dgm:cxn modelId="{D5116BBA-D317-46AF-81B2-D3BC395B22AA}" srcId="{0E57577F-C6E4-4A11-AB52-CC8226491396}" destId="{5CA000BF-16B6-476C-8854-2FD0F3EE7B41}" srcOrd="0" destOrd="0" parTransId="{B6D0DC00-3C36-4FEB-8591-37A0097B038D}" sibTransId="{FF67824E-00A4-4A1C-A01E-6EAFE20E4B81}"/>
    <dgm:cxn modelId="{ED22F7C1-78DF-4FC1-B787-ACB0597353DE}" type="presOf" srcId="{BE4AA8A0-FFCE-4CE1-840B-5B30F8A4D8C9}" destId="{267E0A6B-84F1-4355-98B3-FAA8766A25FE}" srcOrd="0" destOrd="3" presId="urn:microsoft.com/office/officeart/2005/8/layout/hList6"/>
    <dgm:cxn modelId="{1D4B4FD1-CABC-40B5-927E-3C893254D2D6}" srcId="{7109EC85-7367-4B6B-8FCE-2EEFC5338638}" destId="{689CB585-FCD6-4E9E-976A-D8A482076C19}" srcOrd="2" destOrd="0" parTransId="{79A7C34A-846F-4A10-97B2-60A1AAE0A7AF}" sibTransId="{4C7FB498-60AE-4951-A437-BD317C4F9D43}"/>
    <dgm:cxn modelId="{0C77A8D4-6333-4E24-96EB-CEFE006696B6}" srcId="{58DEE090-FF9A-49E3-8A53-58FD0AB43E41}" destId="{0E57577F-C6E4-4A11-AB52-CC8226491396}" srcOrd="2" destOrd="0" parTransId="{951A8626-F7DE-4F3B-A84C-489D732118F0}" sibTransId="{CA504A21-7543-421E-8158-6FDFC6DC4978}"/>
    <dgm:cxn modelId="{FD67B7DA-2A4B-4EEC-B4F5-BAB49399A3E7}" srcId="{873906EF-F413-4B89-BC91-D5C6BC1E4038}" destId="{36E78599-2E7E-44B7-9359-D4B7BFD8B5AC}" srcOrd="1" destOrd="0" parTransId="{2E14EE57-CBCB-4B47-B430-A52079F74283}" sibTransId="{0927E5DB-D2FA-4126-9FBD-32B7AA428CCF}"/>
    <dgm:cxn modelId="{4F3380DD-34B0-4597-A314-1B56194DB665}" type="presOf" srcId="{7109EC85-7367-4B6B-8FCE-2EEFC5338638}" destId="{188BC8B8-A36C-413E-9172-4D2C562A7C96}" srcOrd="0" destOrd="0" presId="urn:microsoft.com/office/officeart/2005/8/layout/hList6"/>
    <dgm:cxn modelId="{9D2474EF-FDE4-47D3-BF53-97338D6201F0}" type="presOf" srcId="{0E57577F-C6E4-4A11-AB52-CC8226491396}" destId="{BEAA0341-2BE7-4FE4-B9E1-149F55FCD07B}" srcOrd="0" destOrd="0" presId="urn:microsoft.com/office/officeart/2005/8/layout/hList6"/>
    <dgm:cxn modelId="{617AC9F2-CC59-4963-AC90-1C8FAE2C694F}" type="presOf" srcId="{79005238-F63D-453B-8722-17D86C14F4A3}" destId="{188BC8B8-A36C-413E-9172-4D2C562A7C96}" srcOrd="0" destOrd="2" presId="urn:microsoft.com/office/officeart/2005/8/layout/hList6"/>
    <dgm:cxn modelId="{1336D93E-9F57-46BB-9FD6-F73067BAC9ED}" type="presParOf" srcId="{67F402A2-9B91-43EF-9935-713732DDF16C}" destId="{267E0A6B-84F1-4355-98B3-FAA8766A25FE}" srcOrd="0" destOrd="0" presId="urn:microsoft.com/office/officeart/2005/8/layout/hList6"/>
    <dgm:cxn modelId="{8452B968-CAFE-4084-9EE9-1E4B10A2A66F}" type="presParOf" srcId="{67F402A2-9B91-43EF-9935-713732DDF16C}" destId="{7CBDEF18-A954-45BA-B36B-E8DEFAC15185}" srcOrd="1" destOrd="0" presId="urn:microsoft.com/office/officeart/2005/8/layout/hList6"/>
    <dgm:cxn modelId="{1B001546-292A-40B6-A711-8905B8AA597F}" type="presParOf" srcId="{67F402A2-9B91-43EF-9935-713732DDF16C}" destId="{188BC8B8-A36C-413E-9172-4D2C562A7C96}" srcOrd="2" destOrd="0" presId="urn:microsoft.com/office/officeart/2005/8/layout/hList6"/>
    <dgm:cxn modelId="{7BF3D032-9D6C-4FBA-972F-357C6461E418}" type="presParOf" srcId="{67F402A2-9B91-43EF-9935-713732DDF16C}" destId="{78AE540D-6531-4435-BB6A-FEDF10B6875E}" srcOrd="3" destOrd="0" presId="urn:microsoft.com/office/officeart/2005/8/layout/hList6"/>
    <dgm:cxn modelId="{BF18447B-FFD3-4458-88C6-BC28E34F8ACC}" type="presParOf" srcId="{67F402A2-9B91-43EF-9935-713732DDF16C}" destId="{BEAA0341-2BE7-4FE4-B9E1-149F55FCD07B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A113F91-4B70-4F43-A9CF-C4057B56AE76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AD4D861-0AA8-4DA1-A0F6-D4CFC9AE8046}">
      <dgm:prSet phldrT="[Text]" phldr="0"/>
      <dgm:spPr/>
      <dgm:t>
        <a:bodyPr/>
        <a:lstStyle/>
        <a:p>
          <a:r>
            <a:rPr lang="en-IN" b="1" dirty="0"/>
            <a:t>PRIORITY</a:t>
          </a:r>
        </a:p>
      </dgm:t>
    </dgm:pt>
    <dgm:pt modelId="{083A1DC7-F0ED-4255-ACCD-7CD7C9E8762E}" type="parTrans" cxnId="{779992D4-7B9C-4651-B8DF-5A01D7FFED67}">
      <dgm:prSet/>
      <dgm:spPr/>
      <dgm:t>
        <a:bodyPr/>
        <a:lstStyle/>
        <a:p>
          <a:endParaRPr lang="en-IN"/>
        </a:p>
      </dgm:t>
    </dgm:pt>
    <dgm:pt modelId="{E4EB1712-D4D8-4A66-9707-7890BB4D5BEA}" type="sibTrans" cxnId="{779992D4-7B9C-4651-B8DF-5A01D7FFED67}">
      <dgm:prSet/>
      <dgm:spPr/>
      <dgm:t>
        <a:bodyPr/>
        <a:lstStyle/>
        <a:p>
          <a:endParaRPr lang="en-IN"/>
        </a:p>
      </dgm:t>
    </dgm:pt>
    <dgm:pt modelId="{487BCB18-EF35-4669-B4A7-87B40365D980}">
      <dgm:prSet phldrT="[Text]" phldr="0" custT="1"/>
      <dgm:spPr/>
      <dgm:t>
        <a:bodyPr/>
        <a:lstStyle/>
        <a:p>
          <a:r>
            <a:rPr lang="en-IN" sz="1600" dirty="0"/>
            <a:t>High</a:t>
          </a:r>
        </a:p>
      </dgm:t>
    </dgm:pt>
    <dgm:pt modelId="{2F0F13B6-A5BB-4472-880F-8180149EE4D9}" type="parTrans" cxnId="{A4C6A3B8-7F0B-4CDB-A840-1C05C2F67DB0}">
      <dgm:prSet/>
      <dgm:spPr/>
      <dgm:t>
        <a:bodyPr/>
        <a:lstStyle/>
        <a:p>
          <a:endParaRPr lang="en-IN"/>
        </a:p>
      </dgm:t>
    </dgm:pt>
    <dgm:pt modelId="{78A03EFC-9557-4D9B-A68E-333497980DD5}" type="sibTrans" cxnId="{A4C6A3B8-7F0B-4CDB-A840-1C05C2F67DB0}">
      <dgm:prSet/>
      <dgm:spPr/>
      <dgm:t>
        <a:bodyPr/>
        <a:lstStyle/>
        <a:p>
          <a:endParaRPr lang="en-IN"/>
        </a:p>
      </dgm:t>
    </dgm:pt>
    <dgm:pt modelId="{3B75D319-4B2C-4123-A4C6-53D2400906D6}">
      <dgm:prSet phldrT="[Text]" phldr="0"/>
      <dgm:spPr/>
      <dgm:t>
        <a:bodyPr/>
        <a:lstStyle/>
        <a:p>
          <a:r>
            <a:rPr lang="en-IN" dirty="0"/>
            <a:t>High</a:t>
          </a:r>
        </a:p>
      </dgm:t>
    </dgm:pt>
    <dgm:pt modelId="{72357DC2-C496-4DCA-B259-36ABB6B39143}" type="parTrans" cxnId="{3FA1A470-7A60-4914-8911-069A0E7EF1FF}">
      <dgm:prSet/>
      <dgm:spPr/>
      <dgm:t>
        <a:bodyPr/>
        <a:lstStyle/>
        <a:p>
          <a:endParaRPr lang="en-IN"/>
        </a:p>
      </dgm:t>
    </dgm:pt>
    <dgm:pt modelId="{11E2391A-2169-42C5-A8E6-B381271EA1B9}" type="sibTrans" cxnId="{3FA1A470-7A60-4914-8911-069A0E7EF1FF}">
      <dgm:prSet/>
      <dgm:spPr/>
      <dgm:t>
        <a:bodyPr/>
        <a:lstStyle/>
        <a:p>
          <a:endParaRPr lang="en-IN"/>
        </a:p>
      </dgm:t>
    </dgm:pt>
    <dgm:pt modelId="{F2BC982F-89D6-4061-98A0-A85B9E309061}">
      <dgm:prSet phldrT="[Text]" phldr="0"/>
      <dgm:spPr/>
      <dgm:t>
        <a:bodyPr/>
        <a:lstStyle/>
        <a:p>
          <a:r>
            <a:rPr lang="en-IN" b="1" dirty="0"/>
            <a:t>RECOMMENDATION</a:t>
          </a:r>
        </a:p>
      </dgm:t>
    </dgm:pt>
    <dgm:pt modelId="{9778CCA8-6DC2-4C00-B1C5-F4A996C69CD2}" type="parTrans" cxnId="{A12B8C7D-8E8A-49FF-B0E3-42BD255D0BC3}">
      <dgm:prSet/>
      <dgm:spPr/>
      <dgm:t>
        <a:bodyPr/>
        <a:lstStyle/>
        <a:p>
          <a:endParaRPr lang="en-IN"/>
        </a:p>
      </dgm:t>
    </dgm:pt>
    <dgm:pt modelId="{B695A829-5852-472D-AE8E-6FBE857F606D}" type="sibTrans" cxnId="{A12B8C7D-8E8A-49FF-B0E3-42BD255D0BC3}">
      <dgm:prSet/>
      <dgm:spPr/>
      <dgm:t>
        <a:bodyPr/>
        <a:lstStyle/>
        <a:p>
          <a:endParaRPr lang="en-IN"/>
        </a:p>
      </dgm:t>
    </dgm:pt>
    <dgm:pt modelId="{7C2BF36F-001B-4617-A10E-3A78BE711F19}">
      <dgm:prSet phldrT="[Text]" phldr="0"/>
      <dgm:spPr/>
      <dgm:t>
        <a:bodyPr/>
        <a:lstStyle/>
        <a:p>
          <a:r>
            <a:rPr lang="en-IN" dirty="0"/>
            <a:t>Protect and personalize high-value customers</a:t>
          </a:r>
        </a:p>
      </dgm:t>
    </dgm:pt>
    <dgm:pt modelId="{3CD0ECAA-5833-4336-95B5-88A4F8C0FFC0}" type="parTrans" cxnId="{AF20BDD3-F84F-4FE4-B59D-2D0F0D81504B}">
      <dgm:prSet/>
      <dgm:spPr/>
      <dgm:t>
        <a:bodyPr/>
        <a:lstStyle/>
        <a:p>
          <a:endParaRPr lang="en-IN"/>
        </a:p>
      </dgm:t>
    </dgm:pt>
    <dgm:pt modelId="{2F68D89E-9CC9-4DD3-B434-746BE4328381}" type="sibTrans" cxnId="{AF20BDD3-F84F-4FE4-B59D-2D0F0D81504B}">
      <dgm:prSet/>
      <dgm:spPr/>
      <dgm:t>
        <a:bodyPr/>
        <a:lstStyle/>
        <a:p>
          <a:endParaRPr lang="en-IN"/>
        </a:p>
      </dgm:t>
    </dgm:pt>
    <dgm:pt modelId="{DDE1843B-BFAE-49AB-9AEB-F6DE224ADD20}">
      <dgm:prSet phldrT="[Text]" phldr="0"/>
      <dgm:spPr/>
      <dgm:t>
        <a:bodyPr/>
        <a:lstStyle/>
        <a:p>
          <a:r>
            <a:rPr lang="en-IN" dirty="0"/>
            <a:t>Strengthen Delhi campaigns</a:t>
          </a:r>
        </a:p>
      </dgm:t>
    </dgm:pt>
    <dgm:pt modelId="{3573C5A3-2CD4-4E45-A39C-B355F0A7F1C4}" type="parTrans" cxnId="{2F35DCE1-C5A3-401C-97A5-030FB62679F8}">
      <dgm:prSet/>
      <dgm:spPr/>
      <dgm:t>
        <a:bodyPr/>
        <a:lstStyle/>
        <a:p>
          <a:endParaRPr lang="en-IN"/>
        </a:p>
      </dgm:t>
    </dgm:pt>
    <dgm:pt modelId="{1FB4ADBA-F506-41B0-BB60-E72A70B43E5D}" type="sibTrans" cxnId="{2F35DCE1-C5A3-401C-97A5-030FB62679F8}">
      <dgm:prSet/>
      <dgm:spPr/>
      <dgm:t>
        <a:bodyPr/>
        <a:lstStyle/>
        <a:p>
          <a:endParaRPr lang="en-IN"/>
        </a:p>
      </dgm:t>
    </dgm:pt>
    <dgm:pt modelId="{BB719949-2C3B-4EFC-8AFA-C1FCDF050DAD}">
      <dgm:prSet phldrT="[Text]" phldr="0"/>
      <dgm:spPr/>
      <dgm:t>
        <a:bodyPr/>
        <a:lstStyle/>
        <a:p>
          <a:r>
            <a:rPr lang="en-IN" b="1" dirty="0"/>
            <a:t>OBJECTIVE</a:t>
          </a:r>
        </a:p>
      </dgm:t>
    </dgm:pt>
    <dgm:pt modelId="{A5935235-49F0-4724-90D9-FA83954CF23E}" type="parTrans" cxnId="{773C7F13-7CE6-412F-97D9-038B64954A52}">
      <dgm:prSet/>
      <dgm:spPr/>
      <dgm:t>
        <a:bodyPr/>
        <a:lstStyle/>
        <a:p>
          <a:endParaRPr lang="en-IN"/>
        </a:p>
      </dgm:t>
    </dgm:pt>
    <dgm:pt modelId="{D397B165-267D-4A4D-A698-EAB02592CCB3}" type="sibTrans" cxnId="{773C7F13-7CE6-412F-97D9-038B64954A52}">
      <dgm:prSet/>
      <dgm:spPr/>
      <dgm:t>
        <a:bodyPr/>
        <a:lstStyle/>
        <a:p>
          <a:endParaRPr lang="en-IN"/>
        </a:p>
      </dgm:t>
    </dgm:pt>
    <dgm:pt modelId="{BA2F0D68-615B-4B54-9805-696EA16CF456}">
      <dgm:prSet phldrT="[Text]" phldr="0"/>
      <dgm:spPr/>
      <dgm:t>
        <a:bodyPr/>
        <a:lstStyle/>
        <a:p>
          <a:r>
            <a:rPr lang="en-IN" dirty="0"/>
            <a:t>Retention</a:t>
          </a:r>
        </a:p>
      </dgm:t>
    </dgm:pt>
    <dgm:pt modelId="{B5E9490C-365C-4B7C-BFD1-1A6A9BED35D4}" type="parTrans" cxnId="{BD5E76E7-1438-4836-B489-1EC3113BB760}">
      <dgm:prSet/>
      <dgm:spPr/>
      <dgm:t>
        <a:bodyPr/>
        <a:lstStyle/>
        <a:p>
          <a:endParaRPr lang="en-IN"/>
        </a:p>
      </dgm:t>
    </dgm:pt>
    <dgm:pt modelId="{2A5AF868-B09D-4F50-85CF-A32D5A7F1614}" type="sibTrans" cxnId="{BD5E76E7-1438-4836-B489-1EC3113BB760}">
      <dgm:prSet/>
      <dgm:spPr/>
      <dgm:t>
        <a:bodyPr/>
        <a:lstStyle/>
        <a:p>
          <a:endParaRPr lang="en-IN"/>
        </a:p>
      </dgm:t>
    </dgm:pt>
    <dgm:pt modelId="{020D9B08-0872-4504-962C-37A3ED198F3A}">
      <dgm:prSet phldrT="[Text]" phldr="0"/>
      <dgm:spPr/>
      <dgm:t>
        <a:bodyPr/>
        <a:lstStyle/>
        <a:p>
          <a:r>
            <a:rPr lang="en-IN" dirty="0"/>
            <a:t>Revenue growth</a:t>
          </a:r>
        </a:p>
      </dgm:t>
    </dgm:pt>
    <dgm:pt modelId="{90E2BFA7-D39F-4E6C-89A4-4263D4FEDFA2}" type="parTrans" cxnId="{7B5563C2-A527-47E0-9D6B-40490E83CB0C}">
      <dgm:prSet/>
      <dgm:spPr/>
      <dgm:t>
        <a:bodyPr/>
        <a:lstStyle/>
        <a:p>
          <a:endParaRPr lang="en-IN"/>
        </a:p>
      </dgm:t>
    </dgm:pt>
    <dgm:pt modelId="{4F29E23F-EE05-4BF3-9F2D-930E667C320D}" type="sibTrans" cxnId="{7B5563C2-A527-47E0-9D6B-40490E83CB0C}">
      <dgm:prSet/>
      <dgm:spPr/>
      <dgm:t>
        <a:bodyPr/>
        <a:lstStyle/>
        <a:p>
          <a:endParaRPr lang="en-IN"/>
        </a:p>
      </dgm:t>
    </dgm:pt>
    <dgm:pt modelId="{26BE36C6-3B8B-4FA6-A9FA-613A86E3D82B}">
      <dgm:prSet phldrT="[Text]" phldr="0"/>
      <dgm:spPr/>
      <dgm:t>
        <a:bodyPr/>
        <a:lstStyle/>
        <a:p>
          <a:r>
            <a:rPr lang="en-IN" dirty="0"/>
            <a:t>Customer value</a:t>
          </a:r>
        </a:p>
      </dgm:t>
    </dgm:pt>
    <dgm:pt modelId="{D1C8B358-B0AB-4F96-BA70-C4198426519F}" type="parTrans" cxnId="{8655EAC0-A654-4118-97D4-132C978E1BCE}">
      <dgm:prSet/>
      <dgm:spPr/>
      <dgm:t>
        <a:bodyPr/>
        <a:lstStyle/>
        <a:p>
          <a:endParaRPr lang="en-IN"/>
        </a:p>
      </dgm:t>
    </dgm:pt>
    <dgm:pt modelId="{3B5EC013-3B84-4D2A-BBF6-D32A4659E131}" type="sibTrans" cxnId="{8655EAC0-A654-4118-97D4-132C978E1BCE}">
      <dgm:prSet/>
      <dgm:spPr/>
      <dgm:t>
        <a:bodyPr/>
        <a:lstStyle/>
        <a:p>
          <a:endParaRPr lang="en-IN"/>
        </a:p>
      </dgm:t>
    </dgm:pt>
    <dgm:pt modelId="{58D6183B-BAC6-4B6D-A0D0-3FD4E5F587BA}">
      <dgm:prSet phldrT="[Text]" phldr="0"/>
      <dgm:spPr/>
      <dgm:t>
        <a:bodyPr/>
        <a:lstStyle/>
        <a:p>
          <a:r>
            <a:rPr lang="en-IN" dirty="0"/>
            <a:t>Develop Bronze upgrade campaigns</a:t>
          </a:r>
        </a:p>
      </dgm:t>
    </dgm:pt>
    <dgm:pt modelId="{1FB63CCB-2CEF-43D3-96CD-A63150D1D20D}" type="parTrans" cxnId="{E5E3DE4A-9779-4BA8-B9CB-C30510BD0434}">
      <dgm:prSet/>
      <dgm:spPr/>
      <dgm:t>
        <a:bodyPr/>
        <a:lstStyle/>
        <a:p>
          <a:endParaRPr lang="en-IN"/>
        </a:p>
      </dgm:t>
    </dgm:pt>
    <dgm:pt modelId="{0E649BA4-FA26-48A4-8B8A-343837359A11}" type="sibTrans" cxnId="{E5E3DE4A-9779-4BA8-B9CB-C30510BD0434}">
      <dgm:prSet/>
      <dgm:spPr/>
      <dgm:t>
        <a:bodyPr/>
        <a:lstStyle/>
        <a:p>
          <a:endParaRPr lang="en-IN"/>
        </a:p>
      </dgm:t>
    </dgm:pt>
    <dgm:pt modelId="{68DAE7CF-88E6-4EA3-9BAD-96AEE4B92D04}">
      <dgm:prSet phldrT="[Text]" phldr="0"/>
      <dgm:spPr/>
      <dgm:t>
        <a:bodyPr/>
        <a:lstStyle/>
        <a:p>
          <a:r>
            <a:rPr lang="en-IN" dirty="0"/>
            <a:t>Medium</a:t>
          </a:r>
        </a:p>
      </dgm:t>
    </dgm:pt>
    <dgm:pt modelId="{07A0A201-DC46-4951-8219-4315ABA0FCC0}" type="parTrans" cxnId="{A0458C6E-2084-4B0C-85B3-E89118C8AE01}">
      <dgm:prSet/>
      <dgm:spPr/>
      <dgm:t>
        <a:bodyPr/>
        <a:lstStyle/>
        <a:p>
          <a:endParaRPr lang="en-IN"/>
        </a:p>
      </dgm:t>
    </dgm:pt>
    <dgm:pt modelId="{4A694EA3-BDC0-45D8-8F47-98E23D294CD6}" type="sibTrans" cxnId="{A0458C6E-2084-4B0C-85B3-E89118C8AE01}">
      <dgm:prSet/>
      <dgm:spPr/>
      <dgm:t>
        <a:bodyPr/>
        <a:lstStyle/>
        <a:p>
          <a:endParaRPr lang="en-IN"/>
        </a:p>
      </dgm:t>
    </dgm:pt>
    <dgm:pt modelId="{23E3E210-DC67-433F-A329-07B34A2D0660}">
      <dgm:prSet phldrT="[Text]" phldr="0"/>
      <dgm:spPr/>
      <dgm:t>
        <a:bodyPr/>
        <a:lstStyle/>
        <a:p>
          <a:r>
            <a:rPr lang="en-IN"/>
            <a:t>Long-term</a:t>
          </a:r>
          <a:endParaRPr lang="en-IN" dirty="0"/>
        </a:p>
      </dgm:t>
    </dgm:pt>
    <dgm:pt modelId="{29B08449-23F3-4963-BADF-C9145201ABE1}" type="parTrans" cxnId="{1BC5B753-272D-4648-A18A-3AE8EBA8A982}">
      <dgm:prSet/>
      <dgm:spPr/>
      <dgm:t>
        <a:bodyPr/>
        <a:lstStyle/>
        <a:p>
          <a:endParaRPr lang="en-IN"/>
        </a:p>
      </dgm:t>
    </dgm:pt>
    <dgm:pt modelId="{559EBE93-B1AA-45F8-BAA8-F73621360CFC}" type="sibTrans" cxnId="{1BC5B753-272D-4648-A18A-3AE8EBA8A982}">
      <dgm:prSet/>
      <dgm:spPr/>
      <dgm:t>
        <a:bodyPr/>
        <a:lstStyle/>
        <a:p>
          <a:endParaRPr lang="en-IN"/>
        </a:p>
      </dgm:t>
    </dgm:pt>
    <dgm:pt modelId="{C7D9E396-38DD-4185-8A50-EFC541E33222}">
      <dgm:prSet phldrT="[Text]" phldr="0"/>
      <dgm:spPr/>
      <dgm:t>
        <a:bodyPr/>
        <a:lstStyle/>
        <a:p>
          <a:r>
            <a:rPr lang="en-IN"/>
            <a:t>Build customet segmentation</a:t>
          </a:r>
          <a:endParaRPr lang="en-IN" dirty="0"/>
        </a:p>
      </dgm:t>
    </dgm:pt>
    <dgm:pt modelId="{BA5CE281-C8C9-4E6D-A8CB-D115DC23918B}" type="parTrans" cxnId="{887E46CA-2DCF-473E-AA73-C752FD84B1D7}">
      <dgm:prSet/>
      <dgm:spPr/>
      <dgm:t>
        <a:bodyPr/>
        <a:lstStyle/>
        <a:p>
          <a:endParaRPr lang="en-IN"/>
        </a:p>
      </dgm:t>
    </dgm:pt>
    <dgm:pt modelId="{DE28B7AA-381E-43E7-99BA-CA6A14CE761C}" type="sibTrans" cxnId="{887E46CA-2DCF-473E-AA73-C752FD84B1D7}">
      <dgm:prSet/>
      <dgm:spPr/>
      <dgm:t>
        <a:bodyPr/>
        <a:lstStyle/>
        <a:p>
          <a:endParaRPr lang="en-IN"/>
        </a:p>
      </dgm:t>
    </dgm:pt>
    <dgm:pt modelId="{EA9C2FE2-D017-4036-AC3B-8E0EB75E4398}">
      <dgm:prSet phldrT="[Text]" phldr="0"/>
      <dgm:spPr/>
      <dgm:t>
        <a:bodyPr/>
        <a:lstStyle/>
        <a:p>
          <a:r>
            <a:rPr lang="en-IN"/>
            <a:t>Personalization</a:t>
          </a:r>
          <a:endParaRPr lang="en-IN" dirty="0"/>
        </a:p>
      </dgm:t>
    </dgm:pt>
    <dgm:pt modelId="{24589ED9-9D29-4126-AAE6-7729DDD96AC2}" type="parTrans" cxnId="{7D858CAC-C260-40A4-8B64-F494AE83320C}">
      <dgm:prSet/>
      <dgm:spPr/>
      <dgm:t>
        <a:bodyPr/>
        <a:lstStyle/>
        <a:p>
          <a:endParaRPr lang="en-IN"/>
        </a:p>
      </dgm:t>
    </dgm:pt>
    <dgm:pt modelId="{5BB29E6F-3920-4646-B225-00DB4D01C424}" type="sibTrans" cxnId="{7D858CAC-C260-40A4-8B64-F494AE83320C}">
      <dgm:prSet/>
      <dgm:spPr/>
      <dgm:t>
        <a:bodyPr/>
        <a:lstStyle/>
        <a:p>
          <a:endParaRPr lang="en-IN"/>
        </a:p>
      </dgm:t>
    </dgm:pt>
    <dgm:pt modelId="{A977369A-5F8A-404D-A0D3-7BF7247E36EA}">
      <dgm:prSet phldrT="[Text]" phldr="0"/>
      <dgm:spPr/>
      <dgm:t>
        <a:bodyPr/>
        <a:lstStyle/>
        <a:p>
          <a:r>
            <a:rPr lang="en-IN"/>
            <a:t>Low</a:t>
          </a:r>
          <a:endParaRPr lang="en-IN" dirty="0"/>
        </a:p>
      </dgm:t>
    </dgm:pt>
    <dgm:pt modelId="{79C8107A-26C5-4E43-A9AE-643BA1649BB8}" type="parTrans" cxnId="{A83D70A0-B471-4892-A603-3C6898FFD858}">
      <dgm:prSet/>
      <dgm:spPr/>
      <dgm:t>
        <a:bodyPr/>
        <a:lstStyle/>
        <a:p>
          <a:endParaRPr lang="en-IN"/>
        </a:p>
      </dgm:t>
    </dgm:pt>
    <dgm:pt modelId="{D2028E6F-7163-4024-8365-EB9DE4DBC103}" type="sibTrans" cxnId="{A83D70A0-B471-4892-A603-3C6898FFD858}">
      <dgm:prSet/>
      <dgm:spPr/>
      <dgm:t>
        <a:bodyPr/>
        <a:lstStyle/>
        <a:p>
          <a:endParaRPr lang="en-IN"/>
        </a:p>
      </dgm:t>
    </dgm:pt>
    <dgm:pt modelId="{DD3A66CC-B01C-4A96-9890-49D6E92B2ACD}">
      <dgm:prSet phldrT="[Text]" phldr="0"/>
      <dgm:spPr/>
      <dgm:t>
        <a:bodyPr/>
        <a:lstStyle/>
        <a:p>
          <a:r>
            <a:rPr lang="en-IN"/>
            <a:t>Optimize card checkout experience</a:t>
          </a:r>
          <a:endParaRPr lang="en-IN" dirty="0"/>
        </a:p>
      </dgm:t>
    </dgm:pt>
    <dgm:pt modelId="{28FA8C21-CA6E-4B45-9FA1-596E2FA8A16F}" type="parTrans" cxnId="{CDBA67D3-05AF-4DB5-9993-83A5B96DDEF2}">
      <dgm:prSet/>
      <dgm:spPr/>
      <dgm:t>
        <a:bodyPr/>
        <a:lstStyle/>
        <a:p>
          <a:endParaRPr lang="en-IN"/>
        </a:p>
      </dgm:t>
    </dgm:pt>
    <dgm:pt modelId="{DA6A9E80-A6F6-4E83-B1A5-67156FD61F9A}" type="sibTrans" cxnId="{CDBA67D3-05AF-4DB5-9993-83A5B96DDEF2}">
      <dgm:prSet/>
      <dgm:spPr/>
      <dgm:t>
        <a:bodyPr/>
        <a:lstStyle/>
        <a:p>
          <a:endParaRPr lang="en-IN"/>
        </a:p>
      </dgm:t>
    </dgm:pt>
    <dgm:pt modelId="{CC981795-653C-4178-AA96-93CF7D99C8B0}">
      <dgm:prSet phldrT="[Text]" phldr="0"/>
      <dgm:spPr/>
      <dgm:t>
        <a:bodyPr/>
        <a:lstStyle/>
        <a:p>
          <a:r>
            <a:rPr lang="en-IN"/>
            <a:t>Conversion</a:t>
          </a:r>
          <a:endParaRPr lang="en-IN" dirty="0"/>
        </a:p>
      </dgm:t>
    </dgm:pt>
    <dgm:pt modelId="{AB371C15-1804-4CC0-A34B-40EC635F44C7}" type="parTrans" cxnId="{000C3DEC-28EE-4516-836F-8A0390CCADF2}">
      <dgm:prSet/>
      <dgm:spPr/>
      <dgm:t>
        <a:bodyPr/>
        <a:lstStyle/>
        <a:p>
          <a:endParaRPr lang="en-IN"/>
        </a:p>
      </dgm:t>
    </dgm:pt>
    <dgm:pt modelId="{4B22552A-E700-400D-91E4-2BC3EDF8F925}" type="sibTrans" cxnId="{000C3DEC-28EE-4516-836F-8A0390CCADF2}">
      <dgm:prSet/>
      <dgm:spPr/>
      <dgm:t>
        <a:bodyPr/>
        <a:lstStyle/>
        <a:p>
          <a:endParaRPr lang="en-IN"/>
        </a:p>
      </dgm:t>
    </dgm:pt>
    <dgm:pt modelId="{35AA25E5-F389-4F10-95A0-D59888F1C938}" type="pres">
      <dgm:prSet presAssocID="{5A113F91-4B70-4F43-A9CF-C4057B56AE76}" presName="theList" presStyleCnt="0">
        <dgm:presLayoutVars>
          <dgm:dir/>
          <dgm:animLvl val="lvl"/>
          <dgm:resizeHandles val="exact"/>
        </dgm:presLayoutVars>
      </dgm:prSet>
      <dgm:spPr/>
    </dgm:pt>
    <dgm:pt modelId="{AFD2912A-E08C-45E6-9D33-8C823D708C22}" type="pres">
      <dgm:prSet presAssocID="{DAD4D861-0AA8-4DA1-A0F6-D4CFC9AE8046}" presName="compNode" presStyleCnt="0"/>
      <dgm:spPr/>
    </dgm:pt>
    <dgm:pt modelId="{CA73F078-791F-443A-923B-49B0F4BAB515}" type="pres">
      <dgm:prSet presAssocID="{DAD4D861-0AA8-4DA1-A0F6-D4CFC9AE8046}" presName="aNode" presStyleLbl="bgShp" presStyleIdx="0" presStyleCnt="3"/>
      <dgm:spPr/>
    </dgm:pt>
    <dgm:pt modelId="{3E657F9A-F7AD-4EF0-8185-E54D0D48C907}" type="pres">
      <dgm:prSet presAssocID="{DAD4D861-0AA8-4DA1-A0F6-D4CFC9AE8046}" presName="textNode" presStyleLbl="bgShp" presStyleIdx="0" presStyleCnt="3"/>
      <dgm:spPr/>
    </dgm:pt>
    <dgm:pt modelId="{E424F657-981D-4F98-8A65-11FC88D08C22}" type="pres">
      <dgm:prSet presAssocID="{DAD4D861-0AA8-4DA1-A0F6-D4CFC9AE8046}" presName="compChildNode" presStyleCnt="0"/>
      <dgm:spPr/>
    </dgm:pt>
    <dgm:pt modelId="{E19E6E95-5ABC-44F6-8708-8ACF2EC5A182}" type="pres">
      <dgm:prSet presAssocID="{DAD4D861-0AA8-4DA1-A0F6-D4CFC9AE8046}" presName="theInnerList" presStyleCnt="0"/>
      <dgm:spPr/>
    </dgm:pt>
    <dgm:pt modelId="{FDD6980F-4E46-4565-BF0B-F3D67E936CF2}" type="pres">
      <dgm:prSet presAssocID="{487BCB18-EF35-4669-B4A7-87B40365D980}" presName="childNode" presStyleLbl="node1" presStyleIdx="0" presStyleCnt="15">
        <dgm:presLayoutVars>
          <dgm:bulletEnabled val="1"/>
        </dgm:presLayoutVars>
      </dgm:prSet>
      <dgm:spPr/>
    </dgm:pt>
    <dgm:pt modelId="{4C428E10-7225-440F-B549-EAFF4A0B6588}" type="pres">
      <dgm:prSet presAssocID="{487BCB18-EF35-4669-B4A7-87B40365D980}" presName="aSpace2" presStyleCnt="0"/>
      <dgm:spPr/>
    </dgm:pt>
    <dgm:pt modelId="{718DD38E-3C05-419C-B559-DB6CEFB01BD6}" type="pres">
      <dgm:prSet presAssocID="{3B75D319-4B2C-4123-A4C6-53D2400906D6}" presName="childNode" presStyleLbl="node1" presStyleIdx="1" presStyleCnt="15">
        <dgm:presLayoutVars>
          <dgm:bulletEnabled val="1"/>
        </dgm:presLayoutVars>
      </dgm:prSet>
      <dgm:spPr/>
    </dgm:pt>
    <dgm:pt modelId="{C9BD675F-9816-44C5-98C5-CF5B2A5C8B4D}" type="pres">
      <dgm:prSet presAssocID="{3B75D319-4B2C-4123-A4C6-53D2400906D6}" presName="aSpace2" presStyleCnt="0"/>
      <dgm:spPr/>
    </dgm:pt>
    <dgm:pt modelId="{EF6BAD9E-B475-47F5-BEBA-B9788981838C}" type="pres">
      <dgm:prSet presAssocID="{68DAE7CF-88E6-4EA3-9BAD-96AEE4B92D04}" presName="childNode" presStyleLbl="node1" presStyleIdx="2" presStyleCnt="15">
        <dgm:presLayoutVars>
          <dgm:bulletEnabled val="1"/>
        </dgm:presLayoutVars>
      </dgm:prSet>
      <dgm:spPr/>
    </dgm:pt>
    <dgm:pt modelId="{17C6193C-694A-469D-B427-15DE500FD21B}" type="pres">
      <dgm:prSet presAssocID="{68DAE7CF-88E6-4EA3-9BAD-96AEE4B92D04}" presName="aSpace2" presStyleCnt="0"/>
      <dgm:spPr/>
    </dgm:pt>
    <dgm:pt modelId="{00C96E21-6AB4-47DE-ADFC-46BF88B891AE}" type="pres">
      <dgm:prSet presAssocID="{A977369A-5F8A-404D-A0D3-7BF7247E36EA}" presName="childNode" presStyleLbl="node1" presStyleIdx="3" presStyleCnt="15">
        <dgm:presLayoutVars>
          <dgm:bulletEnabled val="1"/>
        </dgm:presLayoutVars>
      </dgm:prSet>
      <dgm:spPr/>
    </dgm:pt>
    <dgm:pt modelId="{9753B274-71D7-4EA8-A617-85802D8DC764}" type="pres">
      <dgm:prSet presAssocID="{A977369A-5F8A-404D-A0D3-7BF7247E36EA}" presName="aSpace2" presStyleCnt="0"/>
      <dgm:spPr/>
    </dgm:pt>
    <dgm:pt modelId="{32193B4E-944C-4807-9989-11FA66F47B34}" type="pres">
      <dgm:prSet presAssocID="{23E3E210-DC67-433F-A329-07B34A2D0660}" presName="childNode" presStyleLbl="node1" presStyleIdx="4" presStyleCnt="15">
        <dgm:presLayoutVars>
          <dgm:bulletEnabled val="1"/>
        </dgm:presLayoutVars>
      </dgm:prSet>
      <dgm:spPr/>
    </dgm:pt>
    <dgm:pt modelId="{0917B635-1093-415E-8325-B7E017C38BE3}" type="pres">
      <dgm:prSet presAssocID="{DAD4D861-0AA8-4DA1-A0F6-D4CFC9AE8046}" presName="aSpace" presStyleCnt="0"/>
      <dgm:spPr/>
    </dgm:pt>
    <dgm:pt modelId="{C0F3AFF8-5CE5-495D-9CDE-FCDA83C9F405}" type="pres">
      <dgm:prSet presAssocID="{F2BC982F-89D6-4061-98A0-A85B9E309061}" presName="compNode" presStyleCnt="0"/>
      <dgm:spPr/>
    </dgm:pt>
    <dgm:pt modelId="{8BE94D85-757F-4F61-85C2-CBA2794FF439}" type="pres">
      <dgm:prSet presAssocID="{F2BC982F-89D6-4061-98A0-A85B9E309061}" presName="aNode" presStyleLbl="bgShp" presStyleIdx="1" presStyleCnt="3" custLinFactNeighborX="0" custLinFactNeighborY="-3164"/>
      <dgm:spPr/>
    </dgm:pt>
    <dgm:pt modelId="{3BEF934A-C1F5-4AD0-A87C-2CDCB085C3FB}" type="pres">
      <dgm:prSet presAssocID="{F2BC982F-89D6-4061-98A0-A85B9E309061}" presName="textNode" presStyleLbl="bgShp" presStyleIdx="1" presStyleCnt="3"/>
      <dgm:spPr/>
    </dgm:pt>
    <dgm:pt modelId="{518DE1C1-E34E-417D-85E9-265B1DA2AEB8}" type="pres">
      <dgm:prSet presAssocID="{F2BC982F-89D6-4061-98A0-A85B9E309061}" presName="compChildNode" presStyleCnt="0"/>
      <dgm:spPr/>
    </dgm:pt>
    <dgm:pt modelId="{286D34F9-A054-4826-BE2F-8981D6FAC5CF}" type="pres">
      <dgm:prSet presAssocID="{F2BC982F-89D6-4061-98A0-A85B9E309061}" presName="theInnerList" presStyleCnt="0"/>
      <dgm:spPr/>
    </dgm:pt>
    <dgm:pt modelId="{CAF41A31-1014-44B7-98C3-42DACDBFE7AA}" type="pres">
      <dgm:prSet presAssocID="{7C2BF36F-001B-4617-A10E-3A78BE711F19}" presName="childNode" presStyleLbl="node1" presStyleIdx="5" presStyleCnt="15">
        <dgm:presLayoutVars>
          <dgm:bulletEnabled val="1"/>
        </dgm:presLayoutVars>
      </dgm:prSet>
      <dgm:spPr/>
    </dgm:pt>
    <dgm:pt modelId="{D4397698-B09A-4F0A-859D-2DE201A4F159}" type="pres">
      <dgm:prSet presAssocID="{7C2BF36F-001B-4617-A10E-3A78BE711F19}" presName="aSpace2" presStyleCnt="0"/>
      <dgm:spPr/>
    </dgm:pt>
    <dgm:pt modelId="{D45A6505-AFDC-453E-8175-7913504F5B88}" type="pres">
      <dgm:prSet presAssocID="{DDE1843B-BFAE-49AB-9AEB-F6DE224ADD20}" presName="childNode" presStyleLbl="node1" presStyleIdx="6" presStyleCnt="15">
        <dgm:presLayoutVars>
          <dgm:bulletEnabled val="1"/>
        </dgm:presLayoutVars>
      </dgm:prSet>
      <dgm:spPr/>
    </dgm:pt>
    <dgm:pt modelId="{AFD6896B-00F7-4790-9FDD-3AE4331B2732}" type="pres">
      <dgm:prSet presAssocID="{DDE1843B-BFAE-49AB-9AEB-F6DE224ADD20}" presName="aSpace2" presStyleCnt="0"/>
      <dgm:spPr/>
    </dgm:pt>
    <dgm:pt modelId="{3270E881-E331-4CEF-BFFD-FCCAAA5F9413}" type="pres">
      <dgm:prSet presAssocID="{58D6183B-BAC6-4B6D-A0D0-3FD4E5F587BA}" presName="childNode" presStyleLbl="node1" presStyleIdx="7" presStyleCnt="15">
        <dgm:presLayoutVars>
          <dgm:bulletEnabled val="1"/>
        </dgm:presLayoutVars>
      </dgm:prSet>
      <dgm:spPr/>
    </dgm:pt>
    <dgm:pt modelId="{0FACFDB7-A573-48DE-A53E-90CFE3080F90}" type="pres">
      <dgm:prSet presAssocID="{58D6183B-BAC6-4B6D-A0D0-3FD4E5F587BA}" presName="aSpace2" presStyleCnt="0"/>
      <dgm:spPr/>
    </dgm:pt>
    <dgm:pt modelId="{9BB01453-1987-4B4A-B359-86AE6595A598}" type="pres">
      <dgm:prSet presAssocID="{DD3A66CC-B01C-4A96-9890-49D6E92B2ACD}" presName="childNode" presStyleLbl="node1" presStyleIdx="8" presStyleCnt="15">
        <dgm:presLayoutVars>
          <dgm:bulletEnabled val="1"/>
        </dgm:presLayoutVars>
      </dgm:prSet>
      <dgm:spPr/>
    </dgm:pt>
    <dgm:pt modelId="{FA3A2D35-6CD6-4640-B8A6-0273CE00A7AD}" type="pres">
      <dgm:prSet presAssocID="{DD3A66CC-B01C-4A96-9890-49D6E92B2ACD}" presName="aSpace2" presStyleCnt="0"/>
      <dgm:spPr/>
    </dgm:pt>
    <dgm:pt modelId="{092D6656-683D-42ED-A3E9-05C92860DCCE}" type="pres">
      <dgm:prSet presAssocID="{C7D9E396-38DD-4185-8A50-EFC541E33222}" presName="childNode" presStyleLbl="node1" presStyleIdx="9" presStyleCnt="15">
        <dgm:presLayoutVars>
          <dgm:bulletEnabled val="1"/>
        </dgm:presLayoutVars>
      </dgm:prSet>
      <dgm:spPr/>
    </dgm:pt>
    <dgm:pt modelId="{EC50971D-ADD0-4BD1-AF65-21AFA5DB7642}" type="pres">
      <dgm:prSet presAssocID="{F2BC982F-89D6-4061-98A0-A85B9E309061}" presName="aSpace" presStyleCnt="0"/>
      <dgm:spPr/>
    </dgm:pt>
    <dgm:pt modelId="{408D9CC9-1039-4303-BA92-CA8141105185}" type="pres">
      <dgm:prSet presAssocID="{BB719949-2C3B-4EFC-8AFA-C1FCDF050DAD}" presName="compNode" presStyleCnt="0"/>
      <dgm:spPr/>
    </dgm:pt>
    <dgm:pt modelId="{77821592-73F1-480A-BF32-831F1EDE88F9}" type="pres">
      <dgm:prSet presAssocID="{BB719949-2C3B-4EFC-8AFA-C1FCDF050DAD}" presName="aNode" presStyleLbl="bgShp" presStyleIdx="2" presStyleCnt="3" custLinFactNeighborX="1108" custLinFactNeighborY="15557"/>
      <dgm:spPr/>
    </dgm:pt>
    <dgm:pt modelId="{2F554C4A-8180-403D-8463-0EA98687E18E}" type="pres">
      <dgm:prSet presAssocID="{BB719949-2C3B-4EFC-8AFA-C1FCDF050DAD}" presName="textNode" presStyleLbl="bgShp" presStyleIdx="2" presStyleCnt="3"/>
      <dgm:spPr/>
    </dgm:pt>
    <dgm:pt modelId="{2202A506-D952-4525-9ED7-D9C83E5E57C2}" type="pres">
      <dgm:prSet presAssocID="{BB719949-2C3B-4EFC-8AFA-C1FCDF050DAD}" presName="compChildNode" presStyleCnt="0"/>
      <dgm:spPr/>
    </dgm:pt>
    <dgm:pt modelId="{CC6E0634-9A79-498A-8BE8-139B9B9E5E87}" type="pres">
      <dgm:prSet presAssocID="{BB719949-2C3B-4EFC-8AFA-C1FCDF050DAD}" presName="theInnerList" presStyleCnt="0"/>
      <dgm:spPr/>
    </dgm:pt>
    <dgm:pt modelId="{8C61F2EE-E1E8-4073-A533-86A43C030499}" type="pres">
      <dgm:prSet presAssocID="{BA2F0D68-615B-4B54-9805-696EA16CF456}" presName="childNode" presStyleLbl="node1" presStyleIdx="10" presStyleCnt="15">
        <dgm:presLayoutVars>
          <dgm:bulletEnabled val="1"/>
        </dgm:presLayoutVars>
      </dgm:prSet>
      <dgm:spPr/>
    </dgm:pt>
    <dgm:pt modelId="{784A4890-5B18-438E-8FE3-6ADA5F40AD22}" type="pres">
      <dgm:prSet presAssocID="{BA2F0D68-615B-4B54-9805-696EA16CF456}" presName="aSpace2" presStyleCnt="0"/>
      <dgm:spPr/>
    </dgm:pt>
    <dgm:pt modelId="{8C57500C-1489-4A34-BD94-75AFE38D454F}" type="pres">
      <dgm:prSet presAssocID="{020D9B08-0872-4504-962C-37A3ED198F3A}" presName="childNode" presStyleLbl="node1" presStyleIdx="11" presStyleCnt="15">
        <dgm:presLayoutVars>
          <dgm:bulletEnabled val="1"/>
        </dgm:presLayoutVars>
      </dgm:prSet>
      <dgm:spPr/>
    </dgm:pt>
    <dgm:pt modelId="{C74161CA-3424-44D7-B318-5CDEF3F22C25}" type="pres">
      <dgm:prSet presAssocID="{020D9B08-0872-4504-962C-37A3ED198F3A}" presName="aSpace2" presStyleCnt="0"/>
      <dgm:spPr/>
    </dgm:pt>
    <dgm:pt modelId="{8C318915-B8FA-4F0F-898F-CDD663FAD62E}" type="pres">
      <dgm:prSet presAssocID="{26BE36C6-3B8B-4FA6-A9FA-613A86E3D82B}" presName="childNode" presStyleLbl="node1" presStyleIdx="12" presStyleCnt="15">
        <dgm:presLayoutVars>
          <dgm:bulletEnabled val="1"/>
        </dgm:presLayoutVars>
      </dgm:prSet>
      <dgm:spPr/>
    </dgm:pt>
    <dgm:pt modelId="{AE73AAC5-2C99-4051-89D5-8BA0D9DDDF7E}" type="pres">
      <dgm:prSet presAssocID="{26BE36C6-3B8B-4FA6-A9FA-613A86E3D82B}" presName="aSpace2" presStyleCnt="0"/>
      <dgm:spPr/>
    </dgm:pt>
    <dgm:pt modelId="{41A63932-FDA4-4763-8750-6CD5C3E3782E}" type="pres">
      <dgm:prSet presAssocID="{CC981795-653C-4178-AA96-93CF7D99C8B0}" presName="childNode" presStyleLbl="node1" presStyleIdx="13" presStyleCnt="15">
        <dgm:presLayoutVars>
          <dgm:bulletEnabled val="1"/>
        </dgm:presLayoutVars>
      </dgm:prSet>
      <dgm:spPr/>
    </dgm:pt>
    <dgm:pt modelId="{B0B9E7CC-3E33-498D-BC88-7552E09397CD}" type="pres">
      <dgm:prSet presAssocID="{CC981795-653C-4178-AA96-93CF7D99C8B0}" presName="aSpace2" presStyleCnt="0"/>
      <dgm:spPr/>
    </dgm:pt>
    <dgm:pt modelId="{9E3CF007-CBDF-43AF-BBA6-AF6123F25D86}" type="pres">
      <dgm:prSet presAssocID="{EA9C2FE2-D017-4036-AC3B-8E0EB75E4398}" presName="childNode" presStyleLbl="node1" presStyleIdx="14" presStyleCnt="15">
        <dgm:presLayoutVars>
          <dgm:bulletEnabled val="1"/>
        </dgm:presLayoutVars>
      </dgm:prSet>
      <dgm:spPr/>
    </dgm:pt>
  </dgm:ptLst>
  <dgm:cxnLst>
    <dgm:cxn modelId="{D3071F0F-C936-4BC8-89B8-2007C5F006FD}" type="presOf" srcId="{F2BC982F-89D6-4061-98A0-A85B9E309061}" destId="{3BEF934A-C1F5-4AD0-A87C-2CDCB085C3FB}" srcOrd="1" destOrd="0" presId="urn:microsoft.com/office/officeart/2005/8/layout/lProcess2"/>
    <dgm:cxn modelId="{7FBEC310-794A-4561-AEFB-D1B86EA1259A}" type="presOf" srcId="{F2BC982F-89D6-4061-98A0-A85B9E309061}" destId="{8BE94D85-757F-4F61-85C2-CBA2794FF439}" srcOrd="0" destOrd="0" presId="urn:microsoft.com/office/officeart/2005/8/layout/lProcess2"/>
    <dgm:cxn modelId="{29520911-61A7-472F-ABED-BF499DD0E920}" type="presOf" srcId="{EA9C2FE2-D017-4036-AC3B-8E0EB75E4398}" destId="{9E3CF007-CBDF-43AF-BBA6-AF6123F25D86}" srcOrd="0" destOrd="0" presId="urn:microsoft.com/office/officeart/2005/8/layout/lProcess2"/>
    <dgm:cxn modelId="{773C7F13-7CE6-412F-97D9-038B64954A52}" srcId="{5A113F91-4B70-4F43-A9CF-C4057B56AE76}" destId="{BB719949-2C3B-4EFC-8AFA-C1FCDF050DAD}" srcOrd="2" destOrd="0" parTransId="{A5935235-49F0-4724-90D9-FA83954CF23E}" sibTransId="{D397B165-267D-4A4D-A698-EAB02592CCB3}"/>
    <dgm:cxn modelId="{50968315-4D82-4F2E-842B-343285048D0B}" type="presOf" srcId="{020D9B08-0872-4504-962C-37A3ED198F3A}" destId="{8C57500C-1489-4A34-BD94-75AFE38D454F}" srcOrd="0" destOrd="0" presId="urn:microsoft.com/office/officeart/2005/8/layout/lProcess2"/>
    <dgm:cxn modelId="{6B35F51B-BE6A-491E-B566-9963317DC8E8}" type="presOf" srcId="{BA2F0D68-615B-4B54-9805-696EA16CF456}" destId="{8C61F2EE-E1E8-4073-A533-86A43C030499}" srcOrd="0" destOrd="0" presId="urn:microsoft.com/office/officeart/2005/8/layout/lProcess2"/>
    <dgm:cxn modelId="{A536DD5D-15FB-4159-8CFD-1B213DF01B01}" type="presOf" srcId="{A977369A-5F8A-404D-A0D3-7BF7247E36EA}" destId="{00C96E21-6AB4-47DE-ADFC-46BF88B891AE}" srcOrd="0" destOrd="0" presId="urn:microsoft.com/office/officeart/2005/8/layout/lProcess2"/>
    <dgm:cxn modelId="{60990B45-D0E4-4255-9310-F9D2624F3856}" type="presOf" srcId="{487BCB18-EF35-4669-B4A7-87B40365D980}" destId="{FDD6980F-4E46-4565-BF0B-F3D67E936CF2}" srcOrd="0" destOrd="0" presId="urn:microsoft.com/office/officeart/2005/8/layout/lProcess2"/>
    <dgm:cxn modelId="{E5E3DE4A-9779-4BA8-B9CB-C30510BD0434}" srcId="{F2BC982F-89D6-4061-98A0-A85B9E309061}" destId="{58D6183B-BAC6-4B6D-A0D0-3FD4E5F587BA}" srcOrd="2" destOrd="0" parTransId="{1FB63CCB-2CEF-43D3-96CD-A63150D1D20D}" sibTransId="{0E649BA4-FA26-48A4-8B8A-343837359A11}"/>
    <dgm:cxn modelId="{CF41104D-E850-4047-80DB-7ECF6FC5109F}" type="presOf" srcId="{7C2BF36F-001B-4617-A10E-3A78BE711F19}" destId="{CAF41A31-1014-44B7-98C3-42DACDBFE7AA}" srcOrd="0" destOrd="0" presId="urn:microsoft.com/office/officeart/2005/8/layout/lProcess2"/>
    <dgm:cxn modelId="{A0458C6E-2084-4B0C-85B3-E89118C8AE01}" srcId="{DAD4D861-0AA8-4DA1-A0F6-D4CFC9AE8046}" destId="{68DAE7CF-88E6-4EA3-9BAD-96AEE4B92D04}" srcOrd="2" destOrd="0" parTransId="{07A0A201-DC46-4951-8219-4315ABA0FCC0}" sibTransId="{4A694EA3-BDC0-45D8-8F47-98E23D294CD6}"/>
    <dgm:cxn modelId="{3FA1A470-7A60-4914-8911-069A0E7EF1FF}" srcId="{DAD4D861-0AA8-4DA1-A0F6-D4CFC9AE8046}" destId="{3B75D319-4B2C-4123-A4C6-53D2400906D6}" srcOrd="1" destOrd="0" parTransId="{72357DC2-C496-4DCA-B259-36ABB6B39143}" sibTransId="{11E2391A-2169-42C5-A8E6-B381271EA1B9}"/>
    <dgm:cxn modelId="{28D69B53-8042-4B5C-B612-5E38A06465F1}" type="presOf" srcId="{BB719949-2C3B-4EFC-8AFA-C1FCDF050DAD}" destId="{77821592-73F1-480A-BF32-831F1EDE88F9}" srcOrd="0" destOrd="0" presId="urn:microsoft.com/office/officeart/2005/8/layout/lProcess2"/>
    <dgm:cxn modelId="{1BC5B753-272D-4648-A18A-3AE8EBA8A982}" srcId="{DAD4D861-0AA8-4DA1-A0F6-D4CFC9AE8046}" destId="{23E3E210-DC67-433F-A329-07B34A2D0660}" srcOrd="4" destOrd="0" parTransId="{29B08449-23F3-4963-BADF-C9145201ABE1}" sibTransId="{559EBE93-B1AA-45F8-BAA8-F73621360CFC}"/>
    <dgm:cxn modelId="{EF45965A-AD15-4B13-B0D4-9EAE4D3ABC68}" type="presOf" srcId="{DAD4D861-0AA8-4DA1-A0F6-D4CFC9AE8046}" destId="{3E657F9A-F7AD-4EF0-8185-E54D0D48C907}" srcOrd="1" destOrd="0" presId="urn:microsoft.com/office/officeart/2005/8/layout/lProcess2"/>
    <dgm:cxn modelId="{4139237B-217F-41A5-9149-D5616F3438B8}" type="presOf" srcId="{DD3A66CC-B01C-4A96-9890-49D6E92B2ACD}" destId="{9BB01453-1987-4B4A-B359-86AE6595A598}" srcOrd="0" destOrd="0" presId="urn:microsoft.com/office/officeart/2005/8/layout/lProcess2"/>
    <dgm:cxn modelId="{A12B8C7D-8E8A-49FF-B0E3-42BD255D0BC3}" srcId="{5A113F91-4B70-4F43-A9CF-C4057B56AE76}" destId="{F2BC982F-89D6-4061-98A0-A85B9E309061}" srcOrd="1" destOrd="0" parTransId="{9778CCA8-6DC2-4C00-B1C5-F4A996C69CD2}" sibTransId="{B695A829-5852-472D-AE8E-6FBE857F606D}"/>
    <dgm:cxn modelId="{08FDF17D-571B-417B-B099-23331C815294}" type="presOf" srcId="{5A113F91-4B70-4F43-A9CF-C4057B56AE76}" destId="{35AA25E5-F389-4F10-95A0-D59888F1C938}" srcOrd="0" destOrd="0" presId="urn:microsoft.com/office/officeart/2005/8/layout/lProcess2"/>
    <dgm:cxn modelId="{2A385A81-5B1E-463C-A3A1-82A0F40D27FC}" type="presOf" srcId="{DAD4D861-0AA8-4DA1-A0F6-D4CFC9AE8046}" destId="{CA73F078-791F-443A-923B-49B0F4BAB515}" srcOrd="0" destOrd="0" presId="urn:microsoft.com/office/officeart/2005/8/layout/lProcess2"/>
    <dgm:cxn modelId="{CC478581-1B95-4490-80D9-388F009F5765}" type="presOf" srcId="{23E3E210-DC67-433F-A329-07B34A2D0660}" destId="{32193B4E-944C-4807-9989-11FA66F47B34}" srcOrd="0" destOrd="0" presId="urn:microsoft.com/office/officeart/2005/8/layout/lProcess2"/>
    <dgm:cxn modelId="{3776A294-10B9-45AC-8B84-83F9BCA7B7FA}" type="presOf" srcId="{3B75D319-4B2C-4123-A4C6-53D2400906D6}" destId="{718DD38E-3C05-419C-B559-DB6CEFB01BD6}" srcOrd="0" destOrd="0" presId="urn:microsoft.com/office/officeart/2005/8/layout/lProcess2"/>
    <dgm:cxn modelId="{0AC85296-2AF1-4A40-81F6-01B1F2B213FB}" type="presOf" srcId="{CC981795-653C-4178-AA96-93CF7D99C8B0}" destId="{41A63932-FDA4-4763-8750-6CD5C3E3782E}" srcOrd="0" destOrd="0" presId="urn:microsoft.com/office/officeart/2005/8/layout/lProcess2"/>
    <dgm:cxn modelId="{A83D70A0-B471-4892-A603-3C6898FFD858}" srcId="{DAD4D861-0AA8-4DA1-A0F6-D4CFC9AE8046}" destId="{A977369A-5F8A-404D-A0D3-7BF7247E36EA}" srcOrd="3" destOrd="0" parTransId="{79C8107A-26C5-4E43-A9AE-643BA1649BB8}" sibTransId="{D2028E6F-7163-4024-8365-EB9DE4DBC103}"/>
    <dgm:cxn modelId="{7D858CAC-C260-40A4-8B64-F494AE83320C}" srcId="{BB719949-2C3B-4EFC-8AFA-C1FCDF050DAD}" destId="{EA9C2FE2-D017-4036-AC3B-8E0EB75E4398}" srcOrd="4" destOrd="0" parTransId="{24589ED9-9D29-4126-AAE6-7729DDD96AC2}" sibTransId="{5BB29E6F-3920-4646-B225-00DB4D01C424}"/>
    <dgm:cxn modelId="{CA301BB2-FCEA-4385-9E83-49B63EE78717}" type="presOf" srcId="{26BE36C6-3B8B-4FA6-A9FA-613A86E3D82B}" destId="{8C318915-B8FA-4F0F-898F-CDD663FAD62E}" srcOrd="0" destOrd="0" presId="urn:microsoft.com/office/officeart/2005/8/layout/lProcess2"/>
    <dgm:cxn modelId="{A4C6A3B8-7F0B-4CDB-A840-1C05C2F67DB0}" srcId="{DAD4D861-0AA8-4DA1-A0F6-D4CFC9AE8046}" destId="{487BCB18-EF35-4669-B4A7-87B40365D980}" srcOrd="0" destOrd="0" parTransId="{2F0F13B6-A5BB-4472-880F-8180149EE4D9}" sibTransId="{78A03EFC-9557-4D9B-A68E-333497980DD5}"/>
    <dgm:cxn modelId="{8655EAC0-A654-4118-97D4-132C978E1BCE}" srcId="{BB719949-2C3B-4EFC-8AFA-C1FCDF050DAD}" destId="{26BE36C6-3B8B-4FA6-A9FA-613A86E3D82B}" srcOrd="2" destOrd="0" parTransId="{D1C8B358-B0AB-4F96-BA70-C4198426519F}" sibTransId="{3B5EC013-3B84-4D2A-BBF6-D32A4659E131}"/>
    <dgm:cxn modelId="{7B5563C2-A527-47E0-9D6B-40490E83CB0C}" srcId="{BB719949-2C3B-4EFC-8AFA-C1FCDF050DAD}" destId="{020D9B08-0872-4504-962C-37A3ED198F3A}" srcOrd="1" destOrd="0" parTransId="{90E2BFA7-D39F-4E6C-89A4-4263D4FEDFA2}" sibTransId="{4F29E23F-EE05-4BF3-9F2D-930E667C320D}"/>
    <dgm:cxn modelId="{887E46CA-2DCF-473E-AA73-C752FD84B1D7}" srcId="{F2BC982F-89D6-4061-98A0-A85B9E309061}" destId="{C7D9E396-38DD-4185-8A50-EFC541E33222}" srcOrd="4" destOrd="0" parTransId="{BA5CE281-C8C9-4E6D-A8CB-D115DC23918B}" sibTransId="{DE28B7AA-381E-43E7-99BA-CA6A14CE761C}"/>
    <dgm:cxn modelId="{71F4D5CC-6043-48FE-B6E9-828B03EE982D}" type="presOf" srcId="{C7D9E396-38DD-4185-8A50-EFC541E33222}" destId="{092D6656-683D-42ED-A3E9-05C92860DCCE}" srcOrd="0" destOrd="0" presId="urn:microsoft.com/office/officeart/2005/8/layout/lProcess2"/>
    <dgm:cxn modelId="{C6B915CE-F0A1-4D5C-9EC9-A372890E3744}" type="presOf" srcId="{DDE1843B-BFAE-49AB-9AEB-F6DE224ADD20}" destId="{D45A6505-AFDC-453E-8175-7913504F5B88}" srcOrd="0" destOrd="0" presId="urn:microsoft.com/office/officeart/2005/8/layout/lProcess2"/>
    <dgm:cxn modelId="{CDBA67D3-05AF-4DB5-9993-83A5B96DDEF2}" srcId="{F2BC982F-89D6-4061-98A0-A85B9E309061}" destId="{DD3A66CC-B01C-4A96-9890-49D6E92B2ACD}" srcOrd="3" destOrd="0" parTransId="{28FA8C21-CA6E-4B45-9FA1-596E2FA8A16F}" sibTransId="{DA6A9E80-A6F6-4E83-B1A5-67156FD61F9A}"/>
    <dgm:cxn modelId="{AF20BDD3-F84F-4FE4-B59D-2D0F0D81504B}" srcId="{F2BC982F-89D6-4061-98A0-A85B9E309061}" destId="{7C2BF36F-001B-4617-A10E-3A78BE711F19}" srcOrd="0" destOrd="0" parTransId="{3CD0ECAA-5833-4336-95B5-88A4F8C0FFC0}" sibTransId="{2F68D89E-9CC9-4DD3-B434-746BE4328381}"/>
    <dgm:cxn modelId="{779992D4-7B9C-4651-B8DF-5A01D7FFED67}" srcId="{5A113F91-4B70-4F43-A9CF-C4057B56AE76}" destId="{DAD4D861-0AA8-4DA1-A0F6-D4CFC9AE8046}" srcOrd="0" destOrd="0" parTransId="{083A1DC7-F0ED-4255-ACCD-7CD7C9E8762E}" sibTransId="{E4EB1712-D4D8-4A66-9707-7890BB4D5BEA}"/>
    <dgm:cxn modelId="{2F35DCE1-C5A3-401C-97A5-030FB62679F8}" srcId="{F2BC982F-89D6-4061-98A0-A85B9E309061}" destId="{DDE1843B-BFAE-49AB-9AEB-F6DE224ADD20}" srcOrd="1" destOrd="0" parTransId="{3573C5A3-2CD4-4E45-A39C-B355F0A7F1C4}" sibTransId="{1FB4ADBA-F506-41B0-BB60-E72A70B43E5D}"/>
    <dgm:cxn modelId="{EE11A5E4-B1DC-4253-B454-F4F26CB73693}" type="presOf" srcId="{BB719949-2C3B-4EFC-8AFA-C1FCDF050DAD}" destId="{2F554C4A-8180-403D-8463-0EA98687E18E}" srcOrd="1" destOrd="0" presId="urn:microsoft.com/office/officeart/2005/8/layout/lProcess2"/>
    <dgm:cxn modelId="{CF6DABE4-0C2F-41C8-9236-199A8540DA08}" type="presOf" srcId="{58D6183B-BAC6-4B6D-A0D0-3FD4E5F587BA}" destId="{3270E881-E331-4CEF-BFFD-FCCAAA5F9413}" srcOrd="0" destOrd="0" presId="urn:microsoft.com/office/officeart/2005/8/layout/lProcess2"/>
    <dgm:cxn modelId="{BD5E76E7-1438-4836-B489-1EC3113BB760}" srcId="{BB719949-2C3B-4EFC-8AFA-C1FCDF050DAD}" destId="{BA2F0D68-615B-4B54-9805-696EA16CF456}" srcOrd="0" destOrd="0" parTransId="{B5E9490C-365C-4B7C-BFD1-1A6A9BED35D4}" sibTransId="{2A5AF868-B09D-4F50-85CF-A32D5A7F1614}"/>
    <dgm:cxn modelId="{000C3DEC-28EE-4516-836F-8A0390CCADF2}" srcId="{BB719949-2C3B-4EFC-8AFA-C1FCDF050DAD}" destId="{CC981795-653C-4178-AA96-93CF7D99C8B0}" srcOrd="3" destOrd="0" parTransId="{AB371C15-1804-4CC0-A34B-40EC635F44C7}" sibTransId="{4B22552A-E700-400D-91E4-2BC3EDF8F925}"/>
    <dgm:cxn modelId="{18AD8BF6-8C8B-4BA5-91C9-F1D4FA638D9E}" type="presOf" srcId="{68DAE7CF-88E6-4EA3-9BAD-96AEE4B92D04}" destId="{EF6BAD9E-B475-47F5-BEBA-B9788981838C}" srcOrd="0" destOrd="0" presId="urn:microsoft.com/office/officeart/2005/8/layout/lProcess2"/>
    <dgm:cxn modelId="{8AA78D7E-07AE-4BBD-B5E9-0D10FFDA03D3}" type="presParOf" srcId="{35AA25E5-F389-4F10-95A0-D59888F1C938}" destId="{AFD2912A-E08C-45E6-9D33-8C823D708C22}" srcOrd="0" destOrd="0" presId="urn:microsoft.com/office/officeart/2005/8/layout/lProcess2"/>
    <dgm:cxn modelId="{34D48606-3691-4612-A24F-49370287A814}" type="presParOf" srcId="{AFD2912A-E08C-45E6-9D33-8C823D708C22}" destId="{CA73F078-791F-443A-923B-49B0F4BAB515}" srcOrd="0" destOrd="0" presId="urn:microsoft.com/office/officeart/2005/8/layout/lProcess2"/>
    <dgm:cxn modelId="{D713C460-41D8-40F4-A0EC-263FD2371501}" type="presParOf" srcId="{AFD2912A-E08C-45E6-9D33-8C823D708C22}" destId="{3E657F9A-F7AD-4EF0-8185-E54D0D48C907}" srcOrd="1" destOrd="0" presId="urn:microsoft.com/office/officeart/2005/8/layout/lProcess2"/>
    <dgm:cxn modelId="{3E442DED-8951-4C27-BA78-9C7F9D92C291}" type="presParOf" srcId="{AFD2912A-E08C-45E6-9D33-8C823D708C22}" destId="{E424F657-981D-4F98-8A65-11FC88D08C22}" srcOrd="2" destOrd="0" presId="urn:microsoft.com/office/officeart/2005/8/layout/lProcess2"/>
    <dgm:cxn modelId="{F6E7A7C0-107B-4653-98A4-3856A9C2E70A}" type="presParOf" srcId="{E424F657-981D-4F98-8A65-11FC88D08C22}" destId="{E19E6E95-5ABC-44F6-8708-8ACF2EC5A182}" srcOrd="0" destOrd="0" presId="urn:microsoft.com/office/officeart/2005/8/layout/lProcess2"/>
    <dgm:cxn modelId="{98FA4840-A5F4-48B3-BFEB-02320338C3B1}" type="presParOf" srcId="{E19E6E95-5ABC-44F6-8708-8ACF2EC5A182}" destId="{FDD6980F-4E46-4565-BF0B-F3D67E936CF2}" srcOrd="0" destOrd="0" presId="urn:microsoft.com/office/officeart/2005/8/layout/lProcess2"/>
    <dgm:cxn modelId="{201BCDE0-C800-4D64-8079-0395AD85A460}" type="presParOf" srcId="{E19E6E95-5ABC-44F6-8708-8ACF2EC5A182}" destId="{4C428E10-7225-440F-B549-EAFF4A0B6588}" srcOrd="1" destOrd="0" presId="urn:microsoft.com/office/officeart/2005/8/layout/lProcess2"/>
    <dgm:cxn modelId="{843DB33A-0AB0-43E5-B6E5-118D9EB78000}" type="presParOf" srcId="{E19E6E95-5ABC-44F6-8708-8ACF2EC5A182}" destId="{718DD38E-3C05-419C-B559-DB6CEFB01BD6}" srcOrd="2" destOrd="0" presId="urn:microsoft.com/office/officeart/2005/8/layout/lProcess2"/>
    <dgm:cxn modelId="{80569DD2-B9DC-4696-BBB1-975A80FFD55E}" type="presParOf" srcId="{E19E6E95-5ABC-44F6-8708-8ACF2EC5A182}" destId="{C9BD675F-9816-44C5-98C5-CF5B2A5C8B4D}" srcOrd="3" destOrd="0" presId="urn:microsoft.com/office/officeart/2005/8/layout/lProcess2"/>
    <dgm:cxn modelId="{43B5B49C-D114-4548-9B72-37519CB4F07A}" type="presParOf" srcId="{E19E6E95-5ABC-44F6-8708-8ACF2EC5A182}" destId="{EF6BAD9E-B475-47F5-BEBA-B9788981838C}" srcOrd="4" destOrd="0" presId="urn:microsoft.com/office/officeart/2005/8/layout/lProcess2"/>
    <dgm:cxn modelId="{7F10D0FE-11F8-4231-BC24-35CB8AF214DF}" type="presParOf" srcId="{E19E6E95-5ABC-44F6-8708-8ACF2EC5A182}" destId="{17C6193C-694A-469D-B427-15DE500FD21B}" srcOrd="5" destOrd="0" presId="urn:microsoft.com/office/officeart/2005/8/layout/lProcess2"/>
    <dgm:cxn modelId="{C094F2A1-24C1-4FCB-B600-7B6ACC785CD8}" type="presParOf" srcId="{E19E6E95-5ABC-44F6-8708-8ACF2EC5A182}" destId="{00C96E21-6AB4-47DE-ADFC-46BF88B891AE}" srcOrd="6" destOrd="0" presId="urn:microsoft.com/office/officeart/2005/8/layout/lProcess2"/>
    <dgm:cxn modelId="{C009EDE2-AF11-4D8A-A404-29F73764068B}" type="presParOf" srcId="{E19E6E95-5ABC-44F6-8708-8ACF2EC5A182}" destId="{9753B274-71D7-4EA8-A617-85802D8DC764}" srcOrd="7" destOrd="0" presId="urn:microsoft.com/office/officeart/2005/8/layout/lProcess2"/>
    <dgm:cxn modelId="{4BAEFAF9-6024-4D82-A2C3-3068FE4E45DB}" type="presParOf" srcId="{E19E6E95-5ABC-44F6-8708-8ACF2EC5A182}" destId="{32193B4E-944C-4807-9989-11FA66F47B34}" srcOrd="8" destOrd="0" presId="urn:microsoft.com/office/officeart/2005/8/layout/lProcess2"/>
    <dgm:cxn modelId="{93E65749-7ABA-4F5A-A1EA-4443FC51400C}" type="presParOf" srcId="{35AA25E5-F389-4F10-95A0-D59888F1C938}" destId="{0917B635-1093-415E-8325-B7E017C38BE3}" srcOrd="1" destOrd="0" presId="urn:microsoft.com/office/officeart/2005/8/layout/lProcess2"/>
    <dgm:cxn modelId="{CE8970A2-2435-426A-86AB-2560B9A8FC56}" type="presParOf" srcId="{35AA25E5-F389-4F10-95A0-D59888F1C938}" destId="{C0F3AFF8-5CE5-495D-9CDE-FCDA83C9F405}" srcOrd="2" destOrd="0" presId="urn:microsoft.com/office/officeart/2005/8/layout/lProcess2"/>
    <dgm:cxn modelId="{E80CBA4A-FE9A-4DF1-9F78-F23FF5912DAC}" type="presParOf" srcId="{C0F3AFF8-5CE5-495D-9CDE-FCDA83C9F405}" destId="{8BE94D85-757F-4F61-85C2-CBA2794FF439}" srcOrd="0" destOrd="0" presId="urn:microsoft.com/office/officeart/2005/8/layout/lProcess2"/>
    <dgm:cxn modelId="{FC951809-C317-4C55-8FBF-DB624F4FF17C}" type="presParOf" srcId="{C0F3AFF8-5CE5-495D-9CDE-FCDA83C9F405}" destId="{3BEF934A-C1F5-4AD0-A87C-2CDCB085C3FB}" srcOrd="1" destOrd="0" presId="urn:microsoft.com/office/officeart/2005/8/layout/lProcess2"/>
    <dgm:cxn modelId="{3462B583-AB9A-4556-95BB-BCB0068B560F}" type="presParOf" srcId="{C0F3AFF8-5CE5-495D-9CDE-FCDA83C9F405}" destId="{518DE1C1-E34E-417D-85E9-265B1DA2AEB8}" srcOrd="2" destOrd="0" presId="urn:microsoft.com/office/officeart/2005/8/layout/lProcess2"/>
    <dgm:cxn modelId="{BAE2A309-C6AC-4A39-89D2-AFE438441D13}" type="presParOf" srcId="{518DE1C1-E34E-417D-85E9-265B1DA2AEB8}" destId="{286D34F9-A054-4826-BE2F-8981D6FAC5CF}" srcOrd="0" destOrd="0" presId="urn:microsoft.com/office/officeart/2005/8/layout/lProcess2"/>
    <dgm:cxn modelId="{185D2589-E57B-4CC0-97C7-86ECD4034B43}" type="presParOf" srcId="{286D34F9-A054-4826-BE2F-8981D6FAC5CF}" destId="{CAF41A31-1014-44B7-98C3-42DACDBFE7AA}" srcOrd="0" destOrd="0" presId="urn:microsoft.com/office/officeart/2005/8/layout/lProcess2"/>
    <dgm:cxn modelId="{D6DBA890-26AC-4F38-8643-BBC1303F409F}" type="presParOf" srcId="{286D34F9-A054-4826-BE2F-8981D6FAC5CF}" destId="{D4397698-B09A-4F0A-859D-2DE201A4F159}" srcOrd="1" destOrd="0" presId="urn:microsoft.com/office/officeart/2005/8/layout/lProcess2"/>
    <dgm:cxn modelId="{9B35A4F5-DBC4-41A9-B9F5-E1C4C87EDB77}" type="presParOf" srcId="{286D34F9-A054-4826-BE2F-8981D6FAC5CF}" destId="{D45A6505-AFDC-453E-8175-7913504F5B88}" srcOrd="2" destOrd="0" presId="urn:microsoft.com/office/officeart/2005/8/layout/lProcess2"/>
    <dgm:cxn modelId="{EC98BBEB-3828-4A35-9E13-20DAF58CEF57}" type="presParOf" srcId="{286D34F9-A054-4826-BE2F-8981D6FAC5CF}" destId="{AFD6896B-00F7-4790-9FDD-3AE4331B2732}" srcOrd="3" destOrd="0" presId="urn:microsoft.com/office/officeart/2005/8/layout/lProcess2"/>
    <dgm:cxn modelId="{CD9E2463-D1B9-4278-A7C4-BFDA22AFB622}" type="presParOf" srcId="{286D34F9-A054-4826-BE2F-8981D6FAC5CF}" destId="{3270E881-E331-4CEF-BFFD-FCCAAA5F9413}" srcOrd="4" destOrd="0" presId="urn:microsoft.com/office/officeart/2005/8/layout/lProcess2"/>
    <dgm:cxn modelId="{FA0975F5-2ECE-4DD0-A633-7BA759508ED5}" type="presParOf" srcId="{286D34F9-A054-4826-BE2F-8981D6FAC5CF}" destId="{0FACFDB7-A573-48DE-A53E-90CFE3080F90}" srcOrd="5" destOrd="0" presId="urn:microsoft.com/office/officeart/2005/8/layout/lProcess2"/>
    <dgm:cxn modelId="{55931FB1-8A81-4BAF-87EB-0208A261009A}" type="presParOf" srcId="{286D34F9-A054-4826-BE2F-8981D6FAC5CF}" destId="{9BB01453-1987-4B4A-B359-86AE6595A598}" srcOrd="6" destOrd="0" presId="urn:microsoft.com/office/officeart/2005/8/layout/lProcess2"/>
    <dgm:cxn modelId="{155B5154-6CFA-4D10-97ED-54BD8247DD3F}" type="presParOf" srcId="{286D34F9-A054-4826-BE2F-8981D6FAC5CF}" destId="{FA3A2D35-6CD6-4640-B8A6-0273CE00A7AD}" srcOrd="7" destOrd="0" presId="urn:microsoft.com/office/officeart/2005/8/layout/lProcess2"/>
    <dgm:cxn modelId="{9B965228-724D-4679-8F7C-8387D85EBF68}" type="presParOf" srcId="{286D34F9-A054-4826-BE2F-8981D6FAC5CF}" destId="{092D6656-683D-42ED-A3E9-05C92860DCCE}" srcOrd="8" destOrd="0" presId="urn:microsoft.com/office/officeart/2005/8/layout/lProcess2"/>
    <dgm:cxn modelId="{95C96BE1-5ADF-42FD-98AB-8A838E276E9E}" type="presParOf" srcId="{35AA25E5-F389-4F10-95A0-D59888F1C938}" destId="{EC50971D-ADD0-4BD1-AF65-21AFA5DB7642}" srcOrd="3" destOrd="0" presId="urn:microsoft.com/office/officeart/2005/8/layout/lProcess2"/>
    <dgm:cxn modelId="{42146CB1-980A-4FC6-9558-A3A7DBF56991}" type="presParOf" srcId="{35AA25E5-F389-4F10-95A0-D59888F1C938}" destId="{408D9CC9-1039-4303-BA92-CA8141105185}" srcOrd="4" destOrd="0" presId="urn:microsoft.com/office/officeart/2005/8/layout/lProcess2"/>
    <dgm:cxn modelId="{2C9942FB-1E8B-4BEC-8CB5-4355C65E31D7}" type="presParOf" srcId="{408D9CC9-1039-4303-BA92-CA8141105185}" destId="{77821592-73F1-480A-BF32-831F1EDE88F9}" srcOrd="0" destOrd="0" presId="urn:microsoft.com/office/officeart/2005/8/layout/lProcess2"/>
    <dgm:cxn modelId="{EAABA5BA-DFB1-439C-A65D-3A1CCF31B6CB}" type="presParOf" srcId="{408D9CC9-1039-4303-BA92-CA8141105185}" destId="{2F554C4A-8180-403D-8463-0EA98687E18E}" srcOrd="1" destOrd="0" presId="urn:microsoft.com/office/officeart/2005/8/layout/lProcess2"/>
    <dgm:cxn modelId="{36D98F4D-4EB9-49B1-B82F-D8E9C372D944}" type="presParOf" srcId="{408D9CC9-1039-4303-BA92-CA8141105185}" destId="{2202A506-D952-4525-9ED7-D9C83E5E57C2}" srcOrd="2" destOrd="0" presId="urn:microsoft.com/office/officeart/2005/8/layout/lProcess2"/>
    <dgm:cxn modelId="{78961A9A-FF93-44E2-BE91-768C72B1EB38}" type="presParOf" srcId="{2202A506-D952-4525-9ED7-D9C83E5E57C2}" destId="{CC6E0634-9A79-498A-8BE8-139B9B9E5E87}" srcOrd="0" destOrd="0" presId="urn:microsoft.com/office/officeart/2005/8/layout/lProcess2"/>
    <dgm:cxn modelId="{425C5C2A-0DB3-48B7-A905-13C17396C0A0}" type="presParOf" srcId="{CC6E0634-9A79-498A-8BE8-139B9B9E5E87}" destId="{8C61F2EE-E1E8-4073-A533-86A43C030499}" srcOrd="0" destOrd="0" presId="urn:microsoft.com/office/officeart/2005/8/layout/lProcess2"/>
    <dgm:cxn modelId="{535A3D0E-C885-4335-AC1E-DDBEDEEC807C}" type="presParOf" srcId="{CC6E0634-9A79-498A-8BE8-139B9B9E5E87}" destId="{784A4890-5B18-438E-8FE3-6ADA5F40AD22}" srcOrd="1" destOrd="0" presId="urn:microsoft.com/office/officeart/2005/8/layout/lProcess2"/>
    <dgm:cxn modelId="{D3C0E575-D7D3-415B-84F9-103779F01F3C}" type="presParOf" srcId="{CC6E0634-9A79-498A-8BE8-139B9B9E5E87}" destId="{8C57500C-1489-4A34-BD94-75AFE38D454F}" srcOrd="2" destOrd="0" presId="urn:microsoft.com/office/officeart/2005/8/layout/lProcess2"/>
    <dgm:cxn modelId="{1762DF1C-E750-447A-875A-D5081BD0E78E}" type="presParOf" srcId="{CC6E0634-9A79-498A-8BE8-139B9B9E5E87}" destId="{C74161CA-3424-44D7-B318-5CDEF3F22C25}" srcOrd="3" destOrd="0" presId="urn:microsoft.com/office/officeart/2005/8/layout/lProcess2"/>
    <dgm:cxn modelId="{71FD6B9E-21E4-493B-882C-A7E66FDF9789}" type="presParOf" srcId="{CC6E0634-9A79-498A-8BE8-139B9B9E5E87}" destId="{8C318915-B8FA-4F0F-898F-CDD663FAD62E}" srcOrd="4" destOrd="0" presId="urn:microsoft.com/office/officeart/2005/8/layout/lProcess2"/>
    <dgm:cxn modelId="{E503855F-0B4D-4172-8D63-84D7295AA6D9}" type="presParOf" srcId="{CC6E0634-9A79-498A-8BE8-139B9B9E5E87}" destId="{AE73AAC5-2C99-4051-89D5-8BA0D9DDDF7E}" srcOrd="5" destOrd="0" presId="urn:microsoft.com/office/officeart/2005/8/layout/lProcess2"/>
    <dgm:cxn modelId="{98BBBFE0-80BC-4F5D-B618-7EF37D504ED2}" type="presParOf" srcId="{CC6E0634-9A79-498A-8BE8-139B9B9E5E87}" destId="{41A63932-FDA4-4763-8750-6CD5C3E3782E}" srcOrd="6" destOrd="0" presId="urn:microsoft.com/office/officeart/2005/8/layout/lProcess2"/>
    <dgm:cxn modelId="{186B3E7F-1C30-47BB-BA9A-C7D0CBA29A93}" type="presParOf" srcId="{CC6E0634-9A79-498A-8BE8-139B9B9E5E87}" destId="{B0B9E7CC-3E33-498D-BC88-7552E09397CD}" srcOrd="7" destOrd="0" presId="urn:microsoft.com/office/officeart/2005/8/layout/lProcess2"/>
    <dgm:cxn modelId="{4E163553-1137-4B10-A631-40EABBD6034C}" type="presParOf" srcId="{CC6E0634-9A79-498A-8BE8-139B9B9E5E87}" destId="{9E3CF007-CBDF-43AF-BBA6-AF6123F25D86}" srcOrd="8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E8886E6-BC1E-491F-B316-EA6D8F9C1AF4}" type="doc">
      <dgm:prSet loTypeId="urn:microsoft.com/office/officeart/2011/layout/Tab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158DA0F-C02F-473E-BA7A-02627E293C7E}">
      <dgm:prSet phldrT="[Text]" phldr="0"/>
      <dgm:spPr/>
      <dgm:t>
        <a:bodyPr/>
        <a:lstStyle/>
        <a:p>
          <a:r>
            <a:rPr lang="en-IN" dirty="0"/>
            <a:t>Identify and protect</a:t>
          </a:r>
        </a:p>
      </dgm:t>
    </dgm:pt>
    <dgm:pt modelId="{88695AB6-6786-438C-B96B-EF63441B53C6}" type="parTrans" cxnId="{0D05F21F-828C-49B6-A6F7-9CA6B76EE64F}">
      <dgm:prSet/>
      <dgm:spPr/>
      <dgm:t>
        <a:bodyPr/>
        <a:lstStyle/>
        <a:p>
          <a:endParaRPr lang="en-IN"/>
        </a:p>
      </dgm:t>
    </dgm:pt>
    <dgm:pt modelId="{AE9C98E0-E4BC-4794-877A-908E2DE1430B}" type="sibTrans" cxnId="{0D05F21F-828C-49B6-A6F7-9CA6B76EE64F}">
      <dgm:prSet/>
      <dgm:spPr/>
      <dgm:t>
        <a:bodyPr/>
        <a:lstStyle/>
        <a:p>
          <a:endParaRPr lang="en-IN"/>
        </a:p>
      </dgm:t>
    </dgm:pt>
    <dgm:pt modelId="{FED344D0-FE20-4951-B473-7C6CCE708E7F}">
      <dgm:prSet phldrT="[Text]" phldr="0"/>
      <dgm:spPr/>
      <dgm:t>
        <a:bodyPr/>
        <a:lstStyle/>
        <a:p>
          <a:r>
            <a:rPr lang="en-IN" dirty="0"/>
            <a:t>high-value customers.</a:t>
          </a:r>
        </a:p>
      </dgm:t>
    </dgm:pt>
    <dgm:pt modelId="{0DAA6AC9-56E0-4005-B8B7-7BEC5A0D056A}" type="parTrans" cxnId="{7459FA27-A5F0-484B-B093-5F9A59623850}">
      <dgm:prSet/>
      <dgm:spPr/>
      <dgm:t>
        <a:bodyPr/>
        <a:lstStyle/>
        <a:p>
          <a:endParaRPr lang="en-IN"/>
        </a:p>
      </dgm:t>
    </dgm:pt>
    <dgm:pt modelId="{141E6965-639F-44F8-BEA6-9F0582CB738C}" type="sibTrans" cxnId="{7459FA27-A5F0-484B-B093-5F9A59623850}">
      <dgm:prSet/>
      <dgm:spPr/>
      <dgm:t>
        <a:bodyPr/>
        <a:lstStyle/>
        <a:p>
          <a:endParaRPr lang="en-IN"/>
        </a:p>
      </dgm:t>
    </dgm:pt>
    <dgm:pt modelId="{B8C05FDA-2979-4E25-96A8-14D3BAB399AD}">
      <dgm:prSet phldrT="[Text]" phldr="0" custT="1"/>
      <dgm:spPr/>
      <dgm:t>
        <a:bodyPr/>
        <a:lstStyle/>
        <a:p>
          <a:r>
            <a:rPr lang="en-IN" sz="3200" dirty="0"/>
            <a:t>RETAIN</a:t>
          </a:r>
        </a:p>
      </dgm:t>
    </dgm:pt>
    <dgm:pt modelId="{58BB0F9D-AD50-4D76-8A95-E12CD256F0AF}" type="parTrans" cxnId="{755FD93D-4D13-4265-99CC-75F59CBC8693}">
      <dgm:prSet/>
      <dgm:spPr/>
      <dgm:t>
        <a:bodyPr/>
        <a:lstStyle/>
        <a:p>
          <a:endParaRPr lang="en-IN"/>
        </a:p>
      </dgm:t>
    </dgm:pt>
    <dgm:pt modelId="{724A9E4F-0F9C-42BA-A56C-B98C5FDEC155}" type="sibTrans" cxnId="{755FD93D-4D13-4265-99CC-75F59CBC8693}">
      <dgm:prSet/>
      <dgm:spPr/>
      <dgm:t>
        <a:bodyPr/>
        <a:lstStyle/>
        <a:p>
          <a:endParaRPr lang="en-IN"/>
        </a:p>
      </dgm:t>
    </dgm:pt>
    <dgm:pt modelId="{F32FE43E-D40A-4FF5-BDD8-86DBBA065A8E}">
      <dgm:prSet phldrT="[Text]" phldr="0"/>
      <dgm:spPr/>
      <dgm:t>
        <a:bodyPr/>
        <a:lstStyle/>
        <a:p>
          <a:r>
            <a:rPr lang="en-IN" dirty="0"/>
            <a:t>Prioritize high-</a:t>
          </a:r>
        </a:p>
      </dgm:t>
    </dgm:pt>
    <dgm:pt modelId="{40C60BDC-B9A6-4C7C-A4DF-DFBEB61585B1}" type="parTrans" cxnId="{7D12B56C-FA8B-4706-8A3D-E66E30D48CFE}">
      <dgm:prSet/>
      <dgm:spPr/>
      <dgm:t>
        <a:bodyPr/>
        <a:lstStyle/>
        <a:p>
          <a:endParaRPr lang="en-IN"/>
        </a:p>
      </dgm:t>
    </dgm:pt>
    <dgm:pt modelId="{A3E7E073-8B3C-430D-A60A-BCBE171A8F84}" type="sibTrans" cxnId="{7D12B56C-FA8B-4706-8A3D-E66E30D48CFE}">
      <dgm:prSet/>
      <dgm:spPr/>
      <dgm:t>
        <a:bodyPr/>
        <a:lstStyle/>
        <a:p>
          <a:endParaRPr lang="en-IN"/>
        </a:p>
      </dgm:t>
    </dgm:pt>
    <dgm:pt modelId="{66508DD7-E61C-499C-8C60-B580EADBB1D0}">
      <dgm:prSet phldrT="[Text]" phldr="0"/>
      <dgm:spPr/>
      <dgm:t>
        <a:bodyPr/>
        <a:lstStyle/>
        <a:p>
          <a:r>
            <a:rPr lang="en-IN" dirty="0"/>
            <a:t>Performing markets and loyalty upgrades.</a:t>
          </a:r>
        </a:p>
      </dgm:t>
    </dgm:pt>
    <dgm:pt modelId="{15D9438E-7835-4B4D-9C89-20CF2E2DA316}" type="parTrans" cxnId="{0E5D030B-F439-4A8F-89E9-37E1B7E01B57}">
      <dgm:prSet/>
      <dgm:spPr/>
      <dgm:t>
        <a:bodyPr/>
        <a:lstStyle/>
        <a:p>
          <a:endParaRPr lang="en-IN"/>
        </a:p>
      </dgm:t>
    </dgm:pt>
    <dgm:pt modelId="{444E9F18-CB4E-4FFF-8CC4-65A3198FDF01}" type="sibTrans" cxnId="{0E5D030B-F439-4A8F-89E9-37E1B7E01B57}">
      <dgm:prSet/>
      <dgm:spPr/>
      <dgm:t>
        <a:bodyPr/>
        <a:lstStyle/>
        <a:p>
          <a:endParaRPr lang="en-IN"/>
        </a:p>
      </dgm:t>
    </dgm:pt>
    <dgm:pt modelId="{CD0A2A40-833F-416D-B10E-7C6C0CD53D7F}">
      <dgm:prSet phldrT="[Text]" phldr="0" custT="1"/>
      <dgm:spPr/>
      <dgm:t>
        <a:bodyPr/>
        <a:lstStyle/>
        <a:p>
          <a:r>
            <a:rPr lang="en-IN" sz="3200" dirty="0"/>
            <a:t>GROW</a:t>
          </a:r>
        </a:p>
      </dgm:t>
    </dgm:pt>
    <dgm:pt modelId="{36B5F396-5789-4496-AF21-F8E06338704C}" type="parTrans" cxnId="{AE1D014C-045F-4945-B7FE-3E17BCC551F0}">
      <dgm:prSet/>
      <dgm:spPr/>
      <dgm:t>
        <a:bodyPr/>
        <a:lstStyle/>
        <a:p>
          <a:endParaRPr lang="en-IN"/>
        </a:p>
      </dgm:t>
    </dgm:pt>
    <dgm:pt modelId="{008AFCE2-4CAA-48AB-8CD1-F2CAA81819A3}" type="sibTrans" cxnId="{AE1D014C-045F-4945-B7FE-3E17BCC551F0}">
      <dgm:prSet/>
      <dgm:spPr/>
      <dgm:t>
        <a:bodyPr/>
        <a:lstStyle/>
        <a:p>
          <a:endParaRPr lang="en-IN"/>
        </a:p>
      </dgm:t>
    </dgm:pt>
    <dgm:pt modelId="{B2B32B3C-54D7-4283-8C50-B6681E6415D8}">
      <dgm:prSet phldrT="[Text]" phldr="0"/>
      <dgm:spPr/>
      <dgm:t>
        <a:bodyPr/>
        <a:lstStyle/>
        <a:p>
          <a:r>
            <a:rPr lang="en-IN" dirty="0"/>
            <a:t>Use customer</a:t>
          </a:r>
        </a:p>
      </dgm:t>
    </dgm:pt>
    <dgm:pt modelId="{EE6FBE4A-C65D-4536-A557-7342412B1D3E}" type="parTrans" cxnId="{8ACD7535-538C-4B75-99AE-1EC847F7054C}">
      <dgm:prSet/>
      <dgm:spPr/>
      <dgm:t>
        <a:bodyPr/>
        <a:lstStyle/>
        <a:p>
          <a:endParaRPr lang="en-IN"/>
        </a:p>
      </dgm:t>
    </dgm:pt>
    <dgm:pt modelId="{E6DA1D4D-5D8C-41B4-A630-DE725BC4B871}" type="sibTrans" cxnId="{8ACD7535-538C-4B75-99AE-1EC847F7054C}">
      <dgm:prSet/>
      <dgm:spPr/>
      <dgm:t>
        <a:bodyPr/>
        <a:lstStyle/>
        <a:p>
          <a:endParaRPr lang="en-IN"/>
        </a:p>
      </dgm:t>
    </dgm:pt>
    <dgm:pt modelId="{65927CCB-EEF5-41D7-B86B-E0CFADC25BDC}">
      <dgm:prSet phldrT="[Text]" phldr="0"/>
      <dgm:spPr/>
      <dgm:t>
        <a:bodyPr/>
        <a:lstStyle/>
        <a:p>
          <a:r>
            <a:rPr lang="en-IN" dirty="0"/>
            <a:t>Behaviour to improve payment and marketing decisions.</a:t>
          </a:r>
        </a:p>
      </dgm:t>
    </dgm:pt>
    <dgm:pt modelId="{7C033A5E-45C7-45C7-BAEF-0766E01B92B3}" type="parTrans" cxnId="{F8C33A42-5566-4913-AB4E-449C9F255419}">
      <dgm:prSet/>
      <dgm:spPr/>
      <dgm:t>
        <a:bodyPr/>
        <a:lstStyle/>
        <a:p>
          <a:endParaRPr lang="en-IN"/>
        </a:p>
      </dgm:t>
    </dgm:pt>
    <dgm:pt modelId="{2DFE2532-9064-430E-948B-8525ED48F2DC}" type="sibTrans" cxnId="{F8C33A42-5566-4913-AB4E-449C9F255419}">
      <dgm:prSet/>
      <dgm:spPr/>
      <dgm:t>
        <a:bodyPr/>
        <a:lstStyle/>
        <a:p>
          <a:endParaRPr lang="en-IN"/>
        </a:p>
      </dgm:t>
    </dgm:pt>
    <dgm:pt modelId="{24A1AEBD-678F-44A6-8180-2DA5C426E576}">
      <dgm:prSet phldrT="[Text]" phldr="0" custT="1"/>
      <dgm:spPr/>
      <dgm:t>
        <a:bodyPr/>
        <a:lstStyle/>
        <a:p>
          <a:r>
            <a:rPr lang="en-IN" sz="3200" dirty="0"/>
            <a:t>OPTIMIZE</a:t>
          </a:r>
        </a:p>
      </dgm:t>
    </dgm:pt>
    <dgm:pt modelId="{622E25BD-970B-4244-AB64-FF6998530F50}" type="parTrans" cxnId="{3257866F-2559-4C67-B78B-A92F60EAD44F}">
      <dgm:prSet/>
      <dgm:spPr/>
      <dgm:t>
        <a:bodyPr/>
        <a:lstStyle/>
        <a:p>
          <a:endParaRPr lang="en-IN"/>
        </a:p>
      </dgm:t>
    </dgm:pt>
    <dgm:pt modelId="{CE0BF2DE-2A54-4F2A-88B0-4DA2164E641E}" type="sibTrans" cxnId="{3257866F-2559-4C67-B78B-A92F60EAD44F}">
      <dgm:prSet/>
      <dgm:spPr/>
      <dgm:t>
        <a:bodyPr/>
        <a:lstStyle/>
        <a:p>
          <a:endParaRPr lang="en-IN"/>
        </a:p>
      </dgm:t>
    </dgm:pt>
    <dgm:pt modelId="{F5127944-DF4F-49BC-BAA9-468BAF8A0A2B}" type="pres">
      <dgm:prSet presAssocID="{9E8886E6-BC1E-491F-B316-EA6D8F9C1AF4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93DC9408-9E47-4D78-A68D-96DEB1E75523}" type="pres">
      <dgm:prSet presAssocID="{A158DA0F-C02F-473E-BA7A-02627E293C7E}" presName="composite" presStyleCnt="0"/>
      <dgm:spPr/>
    </dgm:pt>
    <dgm:pt modelId="{E471361D-909D-498C-A340-E72D0F5E52FF}" type="pres">
      <dgm:prSet presAssocID="{A158DA0F-C02F-473E-BA7A-02627E293C7E}" presName="FirstChild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0C3B2636-B2BD-4C37-87E0-D4AD7ECCD8F0}" type="pres">
      <dgm:prSet presAssocID="{A158DA0F-C02F-473E-BA7A-02627E293C7E}" presName="Parent" presStyleLbl="alignNode1" presStyleIdx="0" presStyleCnt="3">
        <dgm:presLayoutVars>
          <dgm:chMax val="3"/>
          <dgm:chPref val="3"/>
          <dgm:bulletEnabled val="1"/>
        </dgm:presLayoutVars>
      </dgm:prSet>
      <dgm:spPr/>
    </dgm:pt>
    <dgm:pt modelId="{9D575D31-0E5D-45EA-ADF3-749CFFA790EC}" type="pres">
      <dgm:prSet presAssocID="{A158DA0F-C02F-473E-BA7A-02627E293C7E}" presName="Accent" presStyleLbl="parChTrans1D1" presStyleIdx="0" presStyleCnt="3"/>
      <dgm:spPr/>
    </dgm:pt>
    <dgm:pt modelId="{F9D3A09B-17D7-4673-A63D-5E18ACF47A0C}" type="pres">
      <dgm:prSet presAssocID="{A158DA0F-C02F-473E-BA7A-02627E293C7E}" presName="Child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B2FEA554-DD1B-4B79-B9BA-5FC788FF7205}" type="pres">
      <dgm:prSet presAssocID="{AE9C98E0-E4BC-4794-877A-908E2DE1430B}" presName="sibTrans" presStyleCnt="0"/>
      <dgm:spPr/>
    </dgm:pt>
    <dgm:pt modelId="{31B9C694-C3E5-4153-8938-016010389901}" type="pres">
      <dgm:prSet presAssocID="{F32FE43E-D40A-4FF5-BDD8-86DBBA065A8E}" presName="composite" presStyleCnt="0"/>
      <dgm:spPr/>
    </dgm:pt>
    <dgm:pt modelId="{BD824FBC-B165-4C0E-A97F-5DA603DF516B}" type="pres">
      <dgm:prSet presAssocID="{F32FE43E-D40A-4FF5-BDD8-86DBBA065A8E}" presName="FirstChild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8C3AFE01-0489-40CD-A27A-1DD7E6BF713A}" type="pres">
      <dgm:prSet presAssocID="{F32FE43E-D40A-4FF5-BDD8-86DBBA065A8E}" presName="Parent" presStyleLbl="alignNode1" presStyleIdx="1" presStyleCnt="3">
        <dgm:presLayoutVars>
          <dgm:chMax val="3"/>
          <dgm:chPref val="3"/>
          <dgm:bulletEnabled val="1"/>
        </dgm:presLayoutVars>
      </dgm:prSet>
      <dgm:spPr/>
    </dgm:pt>
    <dgm:pt modelId="{5783F98E-B034-40AB-A471-890667450A50}" type="pres">
      <dgm:prSet presAssocID="{F32FE43E-D40A-4FF5-BDD8-86DBBA065A8E}" presName="Accent" presStyleLbl="parChTrans1D1" presStyleIdx="1" presStyleCnt="3"/>
      <dgm:spPr/>
    </dgm:pt>
    <dgm:pt modelId="{A5223F53-16F4-460F-BC3E-A36A4ED2F7C2}" type="pres">
      <dgm:prSet presAssocID="{F32FE43E-D40A-4FF5-BDD8-86DBBA065A8E}" presName="Child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0B171A29-4B6F-46E1-B2A3-04A65E944557}" type="pres">
      <dgm:prSet presAssocID="{A3E7E073-8B3C-430D-A60A-BCBE171A8F84}" presName="sibTrans" presStyleCnt="0"/>
      <dgm:spPr/>
    </dgm:pt>
    <dgm:pt modelId="{08BF017C-3AF1-4FE8-8A5F-7379A0A6B066}" type="pres">
      <dgm:prSet presAssocID="{B2B32B3C-54D7-4283-8C50-B6681E6415D8}" presName="composite" presStyleCnt="0"/>
      <dgm:spPr/>
    </dgm:pt>
    <dgm:pt modelId="{6EE544BF-115D-4A79-8FBD-C8D8E30F3175}" type="pres">
      <dgm:prSet presAssocID="{B2B32B3C-54D7-4283-8C50-B6681E6415D8}" presName="FirstChild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FF33336B-E54A-4973-9325-EFEDE8FF8387}" type="pres">
      <dgm:prSet presAssocID="{B2B32B3C-54D7-4283-8C50-B6681E6415D8}" presName="Parent" presStyleLbl="alignNode1" presStyleIdx="2" presStyleCnt="3">
        <dgm:presLayoutVars>
          <dgm:chMax val="3"/>
          <dgm:chPref val="3"/>
          <dgm:bulletEnabled val="1"/>
        </dgm:presLayoutVars>
      </dgm:prSet>
      <dgm:spPr/>
    </dgm:pt>
    <dgm:pt modelId="{2EED607C-D354-4543-AA8C-56A431FC04E8}" type="pres">
      <dgm:prSet presAssocID="{B2B32B3C-54D7-4283-8C50-B6681E6415D8}" presName="Accent" presStyleLbl="parChTrans1D1" presStyleIdx="2" presStyleCnt="3"/>
      <dgm:spPr/>
    </dgm:pt>
    <dgm:pt modelId="{8DEBA992-4E92-42C5-B9E8-D4613E9D9B38}" type="pres">
      <dgm:prSet presAssocID="{B2B32B3C-54D7-4283-8C50-B6681E6415D8}" presName="Child" presStyleLbl="revTx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0E5D030B-F439-4A8F-89E9-37E1B7E01B57}" srcId="{F32FE43E-D40A-4FF5-BDD8-86DBBA065A8E}" destId="{66508DD7-E61C-499C-8C60-B580EADBB1D0}" srcOrd="0" destOrd="0" parTransId="{15D9438E-7835-4B4D-9C89-20CF2E2DA316}" sibTransId="{444E9F18-CB4E-4FFF-8CC4-65A3198FDF01}"/>
    <dgm:cxn modelId="{8F70ED10-B035-4FB9-876F-63CED04794AD}" type="presOf" srcId="{9E8886E6-BC1E-491F-B316-EA6D8F9C1AF4}" destId="{F5127944-DF4F-49BC-BAA9-468BAF8A0A2B}" srcOrd="0" destOrd="0" presId="urn:microsoft.com/office/officeart/2011/layout/TabList"/>
    <dgm:cxn modelId="{0D05F21F-828C-49B6-A6F7-9CA6B76EE64F}" srcId="{9E8886E6-BC1E-491F-B316-EA6D8F9C1AF4}" destId="{A158DA0F-C02F-473E-BA7A-02627E293C7E}" srcOrd="0" destOrd="0" parTransId="{88695AB6-6786-438C-B96B-EF63441B53C6}" sibTransId="{AE9C98E0-E4BC-4794-877A-908E2DE1430B}"/>
    <dgm:cxn modelId="{7459FA27-A5F0-484B-B093-5F9A59623850}" srcId="{A158DA0F-C02F-473E-BA7A-02627E293C7E}" destId="{FED344D0-FE20-4951-B473-7C6CCE708E7F}" srcOrd="0" destOrd="0" parTransId="{0DAA6AC9-56E0-4005-B8B7-7BEC5A0D056A}" sibTransId="{141E6965-639F-44F8-BEA6-9F0582CB738C}"/>
    <dgm:cxn modelId="{66822631-9067-42CB-86AF-F892F4CC42EA}" type="presOf" srcId="{24A1AEBD-678F-44A6-8180-2DA5C426E576}" destId="{8DEBA992-4E92-42C5-B9E8-D4613E9D9B38}" srcOrd="0" destOrd="0" presId="urn:microsoft.com/office/officeart/2011/layout/TabList"/>
    <dgm:cxn modelId="{8ACD7535-538C-4B75-99AE-1EC847F7054C}" srcId="{9E8886E6-BC1E-491F-B316-EA6D8F9C1AF4}" destId="{B2B32B3C-54D7-4283-8C50-B6681E6415D8}" srcOrd="2" destOrd="0" parTransId="{EE6FBE4A-C65D-4536-A557-7342412B1D3E}" sibTransId="{E6DA1D4D-5D8C-41B4-A630-DE725BC4B871}"/>
    <dgm:cxn modelId="{755FD93D-4D13-4265-99CC-75F59CBC8693}" srcId="{A158DA0F-C02F-473E-BA7A-02627E293C7E}" destId="{B8C05FDA-2979-4E25-96A8-14D3BAB399AD}" srcOrd="1" destOrd="0" parTransId="{58BB0F9D-AD50-4D76-8A95-E12CD256F0AF}" sibTransId="{724A9E4F-0F9C-42BA-A56C-B98C5FDEC155}"/>
    <dgm:cxn modelId="{E4D7125C-10F9-49A8-BCA4-28A2059FBE36}" type="presOf" srcId="{65927CCB-EEF5-41D7-B86B-E0CFADC25BDC}" destId="{6EE544BF-115D-4A79-8FBD-C8D8E30F3175}" srcOrd="0" destOrd="0" presId="urn:microsoft.com/office/officeart/2011/layout/TabList"/>
    <dgm:cxn modelId="{C7C9945E-665C-4D3C-8376-F1DF1D7B1D90}" type="presOf" srcId="{CD0A2A40-833F-416D-B10E-7C6C0CD53D7F}" destId="{A5223F53-16F4-460F-BC3E-A36A4ED2F7C2}" srcOrd="0" destOrd="0" presId="urn:microsoft.com/office/officeart/2011/layout/TabList"/>
    <dgm:cxn modelId="{F8C33A42-5566-4913-AB4E-449C9F255419}" srcId="{B2B32B3C-54D7-4283-8C50-B6681E6415D8}" destId="{65927CCB-EEF5-41D7-B86B-E0CFADC25BDC}" srcOrd="0" destOrd="0" parTransId="{7C033A5E-45C7-45C7-BAEF-0766E01B92B3}" sibTransId="{2DFE2532-9064-430E-948B-8525ED48F2DC}"/>
    <dgm:cxn modelId="{19B69867-0937-4B30-9E9D-E37918E6540C}" type="presOf" srcId="{F32FE43E-D40A-4FF5-BDD8-86DBBA065A8E}" destId="{8C3AFE01-0489-40CD-A27A-1DD7E6BF713A}" srcOrd="0" destOrd="0" presId="urn:microsoft.com/office/officeart/2011/layout/TabList"/>
    <dgm:cxn modelId="{FD17986B-EFA1-4669-A18F-945CEE23C1DB}" type="presOf" srcId="{66508DD7-E61C-499C-8C60-B580EADBB1D0}" destId="{BD824FBC-B165-4C0E-A97F-5DA603DF516B}" srcOrd="0" destOrd="0" presId="urn:microsoft.com/office/officeart/2011/layout/TabList"/>
    <dgm:cxn modelId="{AE1D014C-045F-4945-B7FE-3E17BCC551F0}" srcId="{F32FE43E-D40A-4FF5-BDD8-86DBBA065A8E}" destId="{CD0A2A40-833F-416D-B10E-7C6C0CD53D7F}" srcOrd="1" destOrd="0" parTransId="{36B5F396-5789-4496-AF21-F8E06338704C}" sibTransId="{008AFCE2-4CAA-48AB-8CD1-F2CAA81819A3}"/>
    <dgm:cxn modelId="{7D12B56C-FA8B-4706-8A3D-E66E30D48CFE}" srcId="{9E8886E6-BC1E-491F-B316-EA6D8F9C1AF4}" destId="{F32FE43E-D40A-4FF5-BDD8-86DBBA065A8E}" srcOrd="1" destOrd="0" parTransId="{40C60BDC-B9A6-4C7C-A4DF-DFBEB61585B1}" sibTransId="{A3E7E073-8B3C-430D-A60A-BCBE171A8F84}"/>
    <dgm:cxn modelId="{3257866F-2559-4C67-B78B-A92F60EAD44F}" srcId="{B2B32B3C-54D7-4283-8C50-B6681E6415D8}" destId="{24A1AEBD-678F-44A6-8180-2DA5C426E576}" srcOrd="1" destOrd="0" parTransId="{622E25BD-970B-4244-AB64-FF6998530F50}" sibTransId="{CE0BF2DE-2A54-4F2A-88B0-4DA2164E641E}"/>
    <dgm:cxn modelId="{2C64FB6F-7714-487A-9A43-D2F43ACC6DB9}" type="presOf" srcId="{B2B32B3C-54D7-4283-8C50-B6681E6415D8}" destId="{FF33336B-E54A-4973-9325-EFEDE8FF8387}" srcOrd="0" destOrd="0" presId="urn:microsoft.com/office/officeart/2011/layout/TabList"/>
    <dgm:cxn modelId="{DB81097A-63DB-4CB6-A8CB-018ECDBE91B5}" type="presOf" srcId="{FED344D0-FE20-4951-B473-7C6CCE708E7F}" destId="{E471361D-909D-498C-A340-E72D0F5E52FF}" srcOrd="0" destOrd="0" presId="urn:microsoft.com/office/officeart/2011/layout/TabList"/>
    <dgm:cxn modelId="{4D7C958D-D788-410C-8958-F54579D50FAA}" type="presOf" srcId="{A158DA0F-C02F-473E-BA7A-02627E293C7E}" destId="{0C3B2636-B2BD-4C37-87E0-D4AD7ECCD8F0}" srcOrd="0" destOrd="0" presId="urn:microsoft.com/office/officeart/2011/layout/TabList"/>
    <dgm:cxn modelId="{1260DCEE-6D42-4E25-B8A5-F5DC31F4826D}" type="presOf" srcId="{B8C05FDA-2979-4E25-96A8-14D3BAB399AD}" destId="{F9D3A09B-17D7-4673-A63D-5E18ACF47A0C}" srcOrd="0" destOrd="0" presId="urn:microsoft.com/office/officeart/2011/layout/TabList"/>
    <dgm:cxn modelId="{BF23876C-65E2-4775-B68B-9A1855E99481}" type="presParOf" srcId="{F5127944-DF4F-49BC-BAA9-468BAF8A0A2B}" destId="{93DC9408-9E47-4D78-A68D-96DEB1E75523}" srcOrd="0" destOrd="0" presId="urn:microsoft.com/office/officeart/2011/layout/TabList"/>
    <dgm:cxn modelId="{DE7D7907-E7B0-46E1-9EA5-DD34FA3792FE}" type="presParOf" srcId="{93DC9408-9E47-4D78-A68D-96DEB1E75523}" destId="{E471361D-909D-498C-A340-E72D0F5E52FF}" srcOrd="0" destOrd="0" presId="urn:microsoft.com/office/officeart/2011/layout/TabList"/>
    <dgm:cxn modelId="{05A7F93C-9150-4F1F-8530-5AECCF3B4C9A}" type="presParOf" srcId="{93DC9408-9E47-4D78-A68D-96DEB1E75523}" destId="{0C3B2636-B2BD-4C37-87E0-D4AD7ECCD8F0}" srcOrd="1" destOrd="0" presId="urn:microsoft.com/office/officeart/2011/layout/TabList"/>
    <dgm:cxn modelId="{D2387E33-2253-45DC-857A-7F93B5327479}" type="presParOf" srcId="{93DC9408-9E47-4D78-A68D-96DEB1E75523}" destId="{9D575D31-0E5D-45EA-ADF3-749CFFA790EC}" srcOrd="2" destOrd="0" presId="urn:microsoft.com/office/officeart/2011/layout/TabList"/>
    <dgm:cxn modelId="{7647C05D-E494-470D-97C4-AE8187EACAB2}" type="presParOf" srcId="{F5127944-DF4F-49BC-BAA9-468BAF8A0A2B}" destId="{F9D3A09B-17D7-4673-A63D-5E18ACF47A0C}" srcOrd="1" destOrd="0" presId="urn:microsoft.com/office/officeart/2011/layout/TabList"/>
    <dgm:cxn modelId="{6FBD7EEB-7D1B-4C6C-825D-FB8E96477D65}" type="presParOf" srcId="{F5127944-DF4F-49BC-BAA9-468BAF8A0A2B}" destId="{B2FEA554-DD1B-4B79-B9BA-5FC788FF7205}" srcOrd="2" destOrd="0" presId="urn:microsoft.com/office/officeart/2011/layout/TabList"/>
    <dgm:cxn modelId="{B4734EB3-90C2-4CF5-B716-9D948E71D220}" type="presParOf" srcId="{F5127944-DF4F-49BC-BAA9-468BAF8A0A2B}" destId="{31B9C694-C3E5-4153-8938-016010389901}" srcOrd="3" destOrd="0" presId="urn:microsoft.com/office/officeart/2011/layout/TabList"/>
    <dgm:cxn modelId="{125ADEE9-85B7-4896-A4CA-C7A321751903}" type="presParOf" srcId="{31B9C694-C3E5-4153-8938-016010389901}" destId="{BD824FBC-B165-4C0E-A97F-5DA603DF516B}" srcOrd="0" destOrd="0" presId="urn:microsoft.com/office/officeart/2011/layout/TabList"/>
    <dgm:cxn modelId="{2C3F2495-31A4-4F49-88E0-C7D55744623A}" type="presParOf" srcId="{31B9C694-C3E5-4153-8938-016010389901}" destId="{8C3AFE01-0489-40CD-A27A-1DD7E6BF713A}" srcOrd="1" destOrd="0" presId="urn:microsoft.com/office/officeart/2011/layout/TabList"/>
    <dgm:cxn modelId="{916407B3-E253-49B1-8F19-33DE5DC4DDD2}" type="presParOf" srcId="{31B9C694-C3E5-4153-8938-016010389901}" destId="{5783F98E-B034-40AB-A471-890667450A50}" srcOrd="2" destOrd="0" presId="urn:microsoft.com/office/officeart/2011/layout/TabList"/>
    <dgm:cxn modelId="{560E05A3-2CC7-4F3D-9727-E754D3C6EC67}" type="presParOf" srcId="{F5127944-DF4F-49BC-BAA9-468BAF8A0A2B}" destId="{A5223F53-16F4-460F-BC3E-A36A4ED2F7C2}" srcOrd="4" destOrd="0" presId="urn:microsoft.com/office/officeart/2011/layout/TabList"/>
    <dgm:cxn modelId="{3D1586D6-02C6-4347-BC6E-7CEC239D3E10}" type="presParOf" srcId="{F5127944-DF4F-49BC-BAA9-468BAF8A0A2B}" destId="{0B171A29-4B6F-46E1-B2A3-04A65E944557}" srcOrd="5" destOrd="0" presId="urn:microsoft.com/office/officeart/2011/layout/TabList"/>
    <dgm:cxn modelId="{A83BB55C-6814-49CA-9075-3C3F6B032C39}" type="presParOf" srcId="{F5127944-DF4F-49BC-BAA9-468BAF8A0A2B}" destId="{08BF017C-3AF1-4FE8-8A5F-7379A0A6B066}" srcOrd="6" destOrd="0" presId="urn:microsoft.com/office/officeart/2011/layout/TabList"/>
    <dgm:cxn modelId="{21CBDD4C-2296-470F-8BD4-E2FBA1E4C4D0}" type="presParOf" srcId="{08BF017C-3AF1-4FE8-8A5F-7379A0A6B066}" destId="{6EE544BF-115D-4A79-8FBD-C8D8E30F3175}" srcOrd="0" destOrd="0" presId="urn:microsoft.com/office/officeart/2011/layout/TabList"/>
    <dgm:cxn modelId="{F3D3630F-973C-41E9-86CA-E8B210F24B6B}" type="presParOf" srcId="{08BF017C-3AF1-4FE8-8A5F-7379A0A6B066}" destId="{FF33336B-E54A-4973-9325-EFEDE8FF8387}" srcOrd="1" destOrd="0" presId="urn:microsoft.com/office/officeart/2011/layout/TabList"/>
    <dgm:cxn modelId="{9C2A3466-9566-4371-A3B5-84434D00B11F}" type="presParOf" srcId="{08BF017C-3AF1-4FE8-8A5F-7379A0A6B066}" destId="{2EED607C-D354-4543-AA8C-56A431FC04E8}" srcOrd="2" destOrd="0" presId="urn:microsoft.com/office/officeart/2011/layout/TabList"/>
    <dgm:cxn modelId="{B9581C7F-2768-49C4-8EA4-AA53994BB0E5}" type="presParOf" srcId="{F5127944-DF4F-49BC-BAA9-468BAF8A0A2B}" destId="{8DEBA992-4E92-42C5-B9E8-D4613E9D9B38}" srcOrd="7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CD4661-9555-4AEB-9D2A-4C280C4FC9FE}">
      <dsp:nvSpPr>
        <dsp:cNvPr id="0" name=""/>
        <dsp:cNvSpPr/>
      </dsp:nvSpPr>
      <dsp:spPr>
        <a:xfrm>
          <a:off x="5134" y="552293"/>
          <a:ext cx="2626332" cy="732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144" tIns="93980" rIns="263144" bIns="93980" numCol="1" spcCol="1270" anchor="ctr" anchorCtr="0">
          <a:noAutofit/>
        </a:bodyPr>
        <a:lstStyle/>
        <a:p>
          <a:pPr marL="0" lvl="0" indent="0" algn="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b="1" kern="1200" dirty="0"/>
            <a:t>GOAL</a:t>
          </a:r>
        </a:p>
      </dsp:txBody>
      <dsp:txXfrm>
        <a:off x="5134" y="552293"/>
        <a:ext cx="2626332" cy="732600"/>
      </dsp:txXfrm>
    </dsp:sp>
    <dsp:sp modelId="{7DA973F1-C63E-49B0-8A03-5E861BF49BB9}">
      <dsp:nvSpPr>
        <dsp:cNvPr id="0" name=""/>
        <dsp:cNvSpPr/>
      </dsp:nvSpPr>
      <dsp:spPr>
        <a:xfrm>
          <a:off x="2631467" y="2844"/>
          <a:ext cx="525266" cy="18315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9C186E-84D9-4B8E-B556-0AA4AB463936}">
      <dsp:nvSpPr>
        <dsp:cNvPr id="0" name=""/>
        <dsp:cNvSpPr/>
      </dsp:nvSpPr>
      <dsp:spPr>
        <a:xfrm>
          <a:off x="3366840" y="2844"/>
          <a:ext cx="7143624" cy="18315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3700" kern="1200" dirty="0"/>
            <a:t>Move from descriptive reporting to actionable business recommendations.</a:t>
          </a:r>
        </a:p>
      </dsp:txBody>
      <dsp:txXfrm>
        <a:off x="3366840" y="2844"/>
        <a:ext cx="7143624" cy="1831500"/>
      </dsp:txXfrm>
    </dsp:sp>
    <dsp:sp modelId="{933DF81A-B8AB-4D00-9465-AA93A9614654}">
      <dsp:nvSpPr>
        <dsp:cNvPr id="0" name=""/>
        <dsp:cNvSpPr/>
      </dsp:nvSpPr>
      <dsp:spPr>
        <a:xfrm>
          <a:off x="5134" y="2791719"/>
          <a:ext cx="2626332" cy="732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144" tIns="93980" rIns="263144" bIns="93980" numCol="1" spcCol="1270" anchor="ctr" anchorCtr="0">
          <a:noAutofit/>
        </a:bodyPr>
        <a:lstStyle/>
        <a:p>
          <a:pPr marL="0" lvl="0" indent="0" algn="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b="1" kern="1200" dirty="0"/>
            <a:t>OBJECTIVE</a:t>
          </a:r>
        </a:p>
      </dsp:txBody>
      <dsp:txXfrm>
        <a:off x="5134" y="2791719"/>
        <a:ext cx="2626332" cy="732600"/>
      </dsp:txXfrm>
    </dsp:sp>
    <dsp:sp modelId="{EC2DA4B9-D729-40DD-9900-706E0CA783EA}">
      <dsp:nvSpPr>
        <dsp:cNvPr id="0" name=""/>
        <dsp:cNvSpPr/>
      </dsp:nvSpPr>
      <dsp:spPr>
        <a:xfrm>
          <a:off x="2631467" y="1967544"/>
          <a:ext cx="525266" cy="238095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9A6430-7979-4C22-BC60-404CD757B998}">
      <dsp:nvSpPr>
        <dsp:cNvPr id="0" name=""/>
        <dsp:cNvSpPr/>
      </dsp:nvSpPr>
      <dsp:spPr>
        <a:xfrm>
          <a:off x="3366840" y="1967544"/>
          <a:ext cx="7143624" cy="23809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3700" kern="1200" dirty="0"/>
            <a:t>Convert raw transaction data into actionable insights for customer growth, retention and commercial decision-making.</a:t>
          </a:r>
        </a:p>
      </dsp:txBody>
      <dsp:txXfrm>
        <a:off x="3366840" y="1967544"/>
        <a:ext cx="7143624" cy="23809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E3B490-15D7-48AF-B172-91F63059817C}">
      <dsp:nvSpPr>
        <dsp:cNvPr id="0" name=""/>
        <dsp:cNvSpPr/>
      </dsp:nvSpPr>
      <dsp:spPr>
        <a:xfrm>
          <a:off x="4073" y="268643"/>
          <a:ext cx="2449443" cy="8310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 dirty="0"/>
            <a:t>Performance</a:t>
          </a:r>
        </a:p>
      </dsp:txBody>
      <dsp:txXfrm>
        <a:off x="4073" y="268643"/>
        <a:ext cx="2449443" cy="831006"/>
      </dsp:txXfrm>
    </dsp:sp>
    <dsp:sp modelId="{E060C7E6-CDC8-436C-BE5B-8BE860B5D801}">
      <dsp:nvSpPr>
        <dsp:cNvPr id="0" name=""/>
        <dsp:cNvSpPr/>
      </dsp:nvSpPr>
      <dsp:spPr>
        <a:xfrm>
          <a:off x="4073" y="1099650"/>
          <a:ext cx="2449443" cy="39360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300" kern="1200" dirty="0"/>
            <a:t>Analyzed 5000 e-commerce orders across 1000 customers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300" kern="1200" dirty="0"/>
            <a:t>Identified revenue, customer, product and payment trends.</a:t>
          </a:r>
        </a:p>
      </dsp:txBody>
      <dsp:txXfrm>
        <a:off x="4073" y="1099650"/>
        <a:ext cx="2449443" cy="3936072"/>
      </dsp:txXfrm>
    </dsp:sp>
    <dsp:sp modelId="{CA0D48EA-4B7D-4C18-8241-C72162E9704D}">
      <dsp:nvSpPr>
        <dsp:cNvPr id="0" name=""/>
        <dsp:cNvSpPr/>
      </dsp:nvSpPr>
      <dsp:spPr>
        <a:xfrm>
          <a:off x="2796439" y="268643"/>
          <a:ext cx="2449443" cy="8310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 dirty="0"/>
            <a:t>Customer Value</a:t>
          </a:r>
        </a:p>
      </dsp:txBody>
      <dsp:txXfrm>
        <a:off x="2796439" y="268643"/>
        <a:ext cx="2449443" cy="831006"/>
      </dsp:txXfrm>
    </dsp:sp>
    <dsp:sp modelId="{DBB28D57-2F04-4E86-9CAF-665048845D5E}">
      <dsp:nvSpPr>
        <dsp:cNvPr id="0" name=""/>
        <dsp:cNvSpPr/>
      </dsp:nvSpPr>
      <dsp:spPr>
        <a:xfrm>
          <a:off x="2796439" y="1099650"/>
          <a:ext cx="2449443" cy="39360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300" kern="1200" dirty="0"/>
            <a:t>A small group of high value customers contribute significant revenue.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300" kern="1200" dirty="0"/>
            <a:t>Creating opportunities for targeted retention and personalization.</a:t>
          </a:r>
        </a:p>
      </dsp:txBody>
      <dsp:txXfrm>
        <a:off x="2796439" y="1099650"/>
        <a:ext cx="2449443" cy="3936072"/>
      </dsp:txXfrm>
    </dsp:sp>
    <dsp:sp modelId="{0166B630-5B52-4C99-8AE7-A6D6872B0060}">
      <dsp:nvSpPr>
        <dsp:cNvPr id="0" name=""/>
        <dsp:cNvSpPr/>
      </dsp:nvSpPr>
      <dsp:spPr>
        <a:xfrm>
          <a:off x="5588805" y="268643"/>
          <a:ext cx="2449443" cy="8310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 dirty="0"/>
            <a:t>Geographic Performance</a:t>
          </a:r>
        </a:p>
      </dsp:txBody>
      <dsp:txXfrm>
        <a:off x="5588805" y="268643"/>
        <a:ext cx="2449443" cy="831006"/>
      </dsp:txXfrm>
    </dsp:sp>
    <dsp:sp modelId="{F2A18360-D4D5-413D-854D-3EB1239D3438}">
      <dsp:nvSpPr>
        <dsp:cNvPr id="0" name=""/>
        <dsp:cNvSpPr/>
      </dsp:nvSpPr>
      <dsp:spPr>
        <a:xfrm>
          <a:off x="5588805" y="1099650"/>
          <a:ext cx="2449443" cy="39360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300" kern="1200" dirty="0"/>
            <a:t>Delhi generated the highest city-level revenue.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300" kern="1200" dirty="0"/>
            <a:t>Bengaluru generated the second highest city-level revenue.</a:t>
          </a:r>
        </a:p>
      </dsp:txBody>
      <dsp:txXfrm>
        <a:off x="5588805" y="1099650"/>
        <a:ext cx="2449443" cy="3936072"/>
      </dsp:txXfrm>
    </dsp:sp>
    <dsp:sp modelId="{E8E4E0D7-3D63-4C99-9F22-EA4BC607D655}">
      <dsp:nvSpPr>
        <dsp:cNvPr id="0" name=""/>
        <dsp:cNvSpPr/>
      </dsp:nvSpPr>
      <dsp:spPr>
        <a:xfrm>
          <a:off x="8381170" y="268643"/>
          <a:ext cx="2449443" cy="8310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 dirty="0"/>
            <a:t>Growth Opportunity</a:t>
          </a:r>
        </a:p>
      </dsp:txBody>
      <dsp:txXfrm>
        <a:off x="8381170" y="268643"/>
        <a:ext cx="2449443" cy="831006"/>
      </dsp:txXfrm>
    </dsp:sp>
    <dsp:sp modelId="{A954DE55-EE8A-4079-B750-9D49C162B4B5}">
      <dsp:nvSpPr>
        <dsp:cNvPr id="0" name=""/>
        <dsp:cNvSpPr/>
      </dsp:nvSpPr>
      <dsp:spPr>
        <a:xfrm>
          <a:off x="8381170" y="1099650"/>
          <a:ext cx="2449443" cy="39360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300" kern="1200" dirty="0"/>
            <a:t>The loyalty analysis indicates an opportunity to move Bronze customers toward higher-value loyalty tiers. </a:t>
          </a:r>
        </a:p>
      </dsp:txBody>
      <dsp:txXfrm>
        <a:off x="8381170" y="1099650"/>
        <a:ext cx="2449443" cy="39360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B099F3-DF0D-4D5A-AD25-0674D72DBB29}">
      <dsp:nvSpPr>
        <dsp:cNvPr id="0" name=""/>
        <dsp:cNvSpPr/>
      </dsp:nvSpPr>
      <dsp:spPr>
        <a:xfrm>
          <a:off x="0" y="0"/>
          <a:ext cx="8128000" cy="16933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 dirty="0"/>
            <a:t>CUSTOMERS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 dirty="0"/>
            <a:t>Customer ID, Name, Age, Gender, Signup Date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 dirty="0"/>
            <a:t>Loyalty Tier, City, State, Country</a:t>
          </a:r>
        </a:p>
      </dsp:txBody>
      <dsp:txXfrm>
        <a:off x="1794933" y="0"/>
        <a:ext cx="6333066" cy="1693333"/>
      </dsp:txXfrm>
    </dsp:sp>
    <dsp:sp modelId="{64789EBC-C4B6-4462-A81A-1990E7F2EC5D}">
      <dsp:nvSpPr>
        <dsp:cNvPr id="0" name=""/>
        <dsp:cNvSpPr/>
      </dsp:nvSpPr>
      <dsp:spPr>
        <a:xfrm>
          <a:off x="169333" y="169333"/>
          <a:ext cx="1625600" cy="135466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10000" b="-10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63A76B-FBD4-4296-81C8-DB084C1D6EEF}">
      <dsp:nvSpPr>
        <dsp:cNvPr id="0" name=""/>
        <dsp:cNvSpPr/>
      </dsp:nvSpPr>
      <dsp:spPr>
        <a:xfrm>
          <a:off x="0" y="1862666"/>
          <a:ext cx="8128000" cy="16933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 dirty="0"/>
            <a:t>ORDERS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 dirty="0"/>
            <a:t>Order Id, Customer ID, Order Date, Product category, Order Status, Shipping Method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 dirty="0"/>
            <a:t>Product name, Quantity, Unit Price, Discount, Subtotal, Shipping Cost, Tax, Payment Method,</a:t>
          </a:r>
        </a:p>
      </dsp:txBody>
      <dsp:txXfrm>
        <a:off x="1794933" y="1862666"/>
        <a:ext cx="6333066" cy="1693333"/>
      </dsp:txXfrm>
    </dsp:sp>
    <dsp:sp modelId="{8B96F527-0538-4BAC-B35D-C4BE30F3EA97}">
      <dsp:nvSpPr>
        <dsp:cNvPr id="0" name=""/>
        <dsp:cNvSpPr/>
      </dsp:nvSpPr>
      <dsp:spPr>
        <a:xfrm>
          <a:off x="169333" y="2032000"/>
          <a:ext cx="1625600" cy="135466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10000" b="-10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6FFA0A-0DA0-416E-9C7D-853506FA988B}">
      <dsp:nvSpPr>
        <dsp:cNvPr id="0" name=""/>
        <dsp:cNvSpPr/>
      </dsp:nvSpPr>
      <dsp:spPr>
        <a:xfrm>
          <a:off x="0" y="3725333"/>
          <a:ext cx="8128000" cy="16933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 dirty="0"/>
            <a:t>RELATIONSHIP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 dirty="0"/>
            <a:t>Customers to Orders: </a:t>
          </a:r>
          <a:r>
            <a:rPr lang="en-IN" sz="1800" u="none" kern="1200" dirty="0"/>
            <a:t>customer-id </a:t>
          </a:r>
          <a:r>
            <a:rPr lang="en-IN" sz="1800" kern="1200" dirty="0"/>
            <a:t>is Common Column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 dirty="0"/>
            <a:t>It connects customers with their corresponding orders, enabling customer-level and transaction-level analysis.</a:t>
          </a:r>
        </a:p>
      </dsp:txBody>
      <dsp:txXfrm>
        <a:off x="1794933" y="3725333"/>
        <a:ext cx="6333066" cy="1693333"/>
      </dsp:txXfrm>
    </dsp:sp>
    <dsp:sp modelId="{DCDFCB69-7CBC-4138-9593-622190F7093E}">
      <dsp:nvSpPr>
        <dsp:cNvPr id="0" name=""/>
        <dsp:cNvSpPr/>
      </dsp:nvSpPr>
      <dsp:spPr>
        <a:xfrm>
          <a:off x="169333" y="3894666"/>
          <a:ext cx="1625600" cy="135466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t="-10000" b="-10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226F79-B525-4D98-869E-5C4E9216FBBD}">
      <dsp:nvSpPr>
        <dsp:cNvPr id="0" name=""/>
        <dsp:cNvSpPr/>
      </dsp:nvSpPr>
      <dsp:spPr>
        <a:xfrm>
          <a:off x="10590" y="761070"/>
          <a:ext cx="3165248" cy="1899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Imported &amp; structured customer &amp; order datasets in PostgreSQL.</a:t>
          </a:r>
        </a:p>
      </dsp:txBody>
      <dsp:txXfrm>
        <a:off x="66214" y="816694"/>
        <a:ext cx="3054000" cy="1787901"/>
      </dsp:txXfrm>
    </dsp:sp>
    <dsp:sp modelId="{5ACA75EA-8BBE-4DB4-9398-97A8D9485D64}">
      <dsp:nvSpPr>
        <dsp:cNvPr id="0" name=""/>
        <dsp:cNvSpPr/>
      </dsp:nvSpPr>
      <dsp:spPr>
        <a:xfrm>
          <a:off x="3454380" y="1318153"/>
          <a:ext cx="671032" cy="7849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300" kern="1200"/>
        </a:p>
      </dsp:txBody>
      <dsp:txXfrm>
        <a:off x="3454380" y="1475149"/>
        <a:ext cx="469722" cy="470989"/>
      </dsp:txXfrm>
    </dsp:sp>
    <dsp:sp modelId="{AFFB5CE3-1E96-4701-BBA1-7D4B32D74B8D}">
      <dsp:nvSpPr>
        <dsp:cNvPr id="0" name=""/>
        <dsp:cNvSpPr/>
      </dsp:nvSpPr>
      <dsp:spPr>
        <a:xfrm>
          <a:off x="4441938" y="761070"/>
          <a:ext cx="3165248" cy="1899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Checked data structure, data types, missing values &amp; consistency.</a:t>
          </a:r>
        </a:p>
      </dsp:txBody>
      <dsp:txXfrm>
        <a:off x="4497562" y="816694"/>
        <a:ext cx="3054000" cy="1787901"/>
      </dsp:txXfrm>
    </dsp:sp>
    <dsp:sp modelId="{8CF5B76E-3AC2-4C62-AE51-5A9FA44D482C}">
      <dsp:nvSpPr>
        <dsp:cNvPr id="0" name=""/>
        <dsp:cNvSpPr/>
      </dsp:nvSpPr>
      <dsp:spPr>
        <a:xfrm>
          <a:off x="7885728" y="1318153"/>
          <a:ext cx="671032" cy="7849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300" kern="1200"/>
        </a:p>
      </dsp:txBody>
      <dsp:txXfrm>
        <a:off x="7885728" y="1475149"/>
        <a:ext cx="469722" cy="470989"/>
      </dsp:txXfrm>
    </dsp:sp>
    <dsp:sp modelId="{F89F4E61-D905-437C-A2C8-6A5D819FD53F}">
      <dsp:nvSpPr>
        <dsp:cNvPr id="0" name=""/>
        <dsp:cNvSpPr/>
      </dsp:nvSpPr>
      <dsp:spPr>
        <a:xfrm>
          <a:off x="8873286" y="761070"/>
          <a:ext cx="3165248" cy="1899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Joined customer &amp; order information using </a:t>
          </a:r>
          <a:r>
            <a:rPr lang="en-IN" sz="2000" kern="1200" dirty="0" err="1"/>
            <a:t>customer_id</a:t>
          </a:r>
          <a:endParaRPr lang="en-IN" sz="2000" kern="1200" dirty="0"/>
        </a:p>
      </dsp:txBody>
      <dsp:txXfrm>
        <a:off x="8928910" y="816694"/>
        <a:ext cx="3054000" cy="1787901"/>
      </dsp:txXfrm>
    </dsp:sp>
    <dsp:sp modelId="{9240FA94-ABBF-4E46-8D8F-6511B40599B1}">
      <dsp:nvSpPr>
        <dsp:cNvPr id="0" name=""/>
        <dsp:cNvSpPr/>
      </dsp:nvSpPr>
      <dsp:spPr>
        <a:xfrm rot="5400000">
          <a:off x="10120394" y="2881786"/>
          <a:ext cx="671032" cy="7849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300" kern="1200"/>
        </a:p>
      </dsp:txBody>
      <dsp:txXfrm rot="-5400000">
        <a:off x="10220416" y="2938760"/>
        <a:ext cx="470989" cy="469722"/>
      </dsp:txXfrm>
    </dsp:sp>
    <dsp:sp modelId="{A68F40F7-8CDB-4F57-98C9-E7DECABAAC8D}">
      <dsp:nvSpPr>
        <dsp:cNvPr id="0" name=""/>
        <dsp:cNvSpPr/>
      </dsp:nvSpPr>
      <dsp:spPr>
        <a:xfrm>
          <a:off x="8873286" y="3926318"/>
          <a:ext cx="3165248" cy="1899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Constructed </a:t>
          </a:r>
          <a:r>
            <a:rPr lang="en-IN" sz="2000" kern="1200" dirty="0" err="1"/>
            <a:t>total_amount</a:t>
          </a:r>
          <a:r>
            <a:rPr lang="en-IN" sz="2000" kern="1200" dirty="0"/>
            <a:t> using subtotal + shipping cost + tax</a:t>
          </a:r>
        </a:p>
      </dsp:txBody>
      <dsp:txXfrm>
        <a:off x="8928910" y="3981942"/>
        <a:ext cx="3054000" cy="1787901"/>
      </dsp:txXfrm>
    </dsp:sp>
    <dsp:sp modelId="{9003731F-1C0A-463B-B209-EFC4302C87C3}">
      <dsp:nvSpPr>
        <dsp:cNvPr id="0" name=""/>
        <dsp:cNvSpPr/>
      </dsp:nvSpPr>
      <dsp:spPr>
        <a:xfrm rot="10800000">
          <a:off x="7923711" y="4483402"/>
          <a:ext cx="671032" cy="7849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300" kern="1200"/>
        </a:p>
      </dsp:txBody>
      <dsp:txXfrm rot="10800000">
        <a:off x="8125021" y="4640398"/>
        <a:ext cx="469722" cy="470989"/>
      </dsp:txXfrm>
    </dsp:sp>
    <dsp:sp modelId="{09E5AF62-D597-4537-966F-A5E23B88A1D4}">
      <dsp:nvSpPr>
        <dsp:cNvPr id="0" name=""/>
        <dsp:cNvSpPr/>
      </dsp:nvSpPr>
      <dsp:spPr>
        <a:xfrm>
          <a:off x="4441938" y="3926318"/>
          <a:ext cx="3165248" cy="1899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Used aggregations, filtering, grouping, sorting, sorting, joins, views to answer business questions</a:t>
          </a:r>
        </a:p>
      </dsp:txBody>
      <dsp:txXfrm>
        <a:off x="4497562" y="3981942"/>
        <a:ext cx="3054000" cy="1787901"/>
      </dsp:txXfrm>
    </dsp:sp>
    <dsp:sp modelId="{EDAD9118-C958-4821-873E-A06C869EF8B5}">
      <dsp:nvSpPr>
        <dsp:cNvPr id="0" name=""/>
        <dsp:cNvSpPr/>
      </dsp:nvSpPr>
      <dsp:spPr>
        <a:xfrm rot="10800000">
          <a:off x="3492363" y="4483402"/>
          <a:ext cx="671032" cy="7849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300" kern="1200"/>
        </a:p>
      </dsp:txBody>
      <dsp:txXfrm rot="10800000">
        <a:off x="3693673" y="4640398"/>
        <a:ext cx="469722" cy="470989"/>
      </dsp:txXfrm>
    </dsp:sp>
    <dsp:sp modelId="{F8763258-5ACC-437F-93E0-1ECBBA3C5B47}">
      <dsp:nvSpPr>
        <dsp:cNvPr id="0" name=""/>
        <dsp:cNvSpPr/>
      </dsp:nvSpPr>
      <dsp:spPr>
        <a:xfrm>
          <a:off x="10590" y="3926318"/>
          <a:ext cx="3165248" cy="1899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Connected analytics-ready dataset to Power BI for interactive reporting</a:t>
          </a:r>
        </a:p>
      </dsp:txBody>
      <dsp:txXfrm>
        <a:off x="66214" y="3981942"/>
        <a:ext cx="3054000" cy="178790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BC2C69-F1B6-4E8E-8CF8-AC1C5B925805}">
      <dsp:nvSpPr>
        <dsp:cNvPr id="0" name=""/>
        <dsp:cNvSpPr/>
      </dsp:nvSpPr>
      <dsp:spPr>
        <a:xfrm rot="5400000">
          <a:off x="-374328" y="1438591"/>
          <a:ext cx="1654072" cy="19966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71D46F-DD86-45EA-AE1B-7FD7E530DF1E}">
      <dsp:nvSpPr>
        <dsp:cNvPr id="0" name=""/>
        <dsp:cNvSpPr/>
      </dsp:nvSpPr>
      <dsp:spPr>
        <a:xfrm>
          <a:off x="4087" y="379875"/>
          <a:ext cx="2218531" cy="13311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CSV DATA</a:t>
          </a:r>
        </a:p>
      </dsp:txBody>
      <dsp:txXfrm>
        <a:off x="43074" y="418862"/>
        <a:ext cx="2140557" cy="1253144"/>
      </dsp:txXfrm>
    </dsp:sp>
    <dsp:sp modelId="{3DD91466-04EA-4BC1-AB78-04B054EF8B39}">
      <dsp:nvSpPr>
        <dsp:cNvPr id="0" name=""/>
        <dsp:cNvSpPr/>
      </dsp:nvSpPr>
      <dsp:spPr>
        <a:xfrm rot="5400000">
          <a:off x="-374328" y="3102489"/>
          <a:ext cx="1654072" cy="19966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D2E4A3-9302-4F6D-9696-B458F459B0E5}">
      <dsp:nvSpPr>
        <dsp:cNvPr id="0" name=""/>
        <dsp:cNvSpPr/>
      </dsp:nvSpPr>
      <dsp:spPr>
        <a:xfrm>
          <a:off x="4087" y="2043774"/>
          <a:ext cx="2218531" cy="13311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POSTGRESQL</a:t>
          </a:r>
        </a:p>
      </dsp:txBody>
      <dsp:txXfrm>
        <a:off x="43074" y="2082761"/>
        <a:ext cx="2140557" cy="1253144"/>
      </dsp:txXfrm>
    </dsp:sp>
    <dsp:sp modelId="{128BBB9B-F872-4BF0-8291-B6A6444B7143}">
      <dsp:nvSpPr>
        <dsp:cNvPr id="0" name=""/>
        <dsp:cNvSpPr/>
      </dsp:nvSpPr>
      <dsp:spPr>
        <a:xfrm>
          <a:off x="457620" y="3934438"/>
          <a:ext cx="2940820" cy="19966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68C11A-1AE4-4B7E-8E50-3DDC83CEAA8F}">
      <dsp:nvSpPr>
        <dsp:cNvPr id="0" name=""/>
        <dsp:cNvSpPr/>
      </dsp:nvSpPr>
      <dsp:spPr>
        <a:xfrm>
          <a:off x="4087" y="3707672"/>
          <a:ext cx="2218531" cy="13311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DATA CLEANING</a:t>
          </a:r>
        </a:p>
      </dsp:txBody>
      <dsp:txXfrm>
        <a:off x="43074" y="3746659"/>
        <a:ext cx="2140557" cy="1253144"/>
      </dsp:txXfrm>
    </dsp:sp>
    <dsp:sp modelId="{7ADF9FE0-520F-41E2-85AE-9A9C395ABC06}">
      <dsp:nvSpPr>
        <dsp:cNvPr id="0" name=""/>
        <dsp:cNvSpPr/>
      </dsp:nvSpPr>
      <dsp:spPr>
        <a:xfrm rot="16200000">
          <a:off x="2576317" y="3102489"/>
          <a:ext cx="1654072" cy="19966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6A5284-277A-4DA1-ACDA-6DE3516C6488}">
      <dsp:nvSpPr>
        <dsp:cNvPr id="0" name=""/>
        <dsp:cNvSpPr/>
      </dsp:nvSpPr>
      <dsp:spPr>
        <a:xfrm>
          <a:off x="2954734" y="3707672"/>
          <a:ext cx="2218531" cy="13311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BUSINESS QUESTIONS</a:t>
          </a:r>
        </a:p>
      </dsp:txBody>
      <dsp:txXfrm>
        <a:off x="2993721" y="3746659"/>
        <a:ext cx="2140557" cy="1253144"/>
      </dsp:txXfrm>
    </dsp:sp>
    <dsp:sp modelId="{B28F45AF-812F-4043-B5AD-B79AD5C714AA}">
      <dsp:nvSpPr>
        <dsp:cNvPr id="0" name=""/>
        <dsp:cNvSpPr/>
      </dsp:nvSpPr>
      <dsp:spPr>
        <a:xfrm rot="16200000">
          <a:off x="2576317" y="1438591"/>
          <a:ext cx="1654072" cy="19966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0F678C-CDFC-4BC8-AF4F-9FA1AC3CF05B}">
      <dsp:nvSpPr>
        <dsp:cNvPr id="0" name=""/>
        <dsp:cNvSpPr/>
      </dsp:nvSpPr>
      <dsp:spPr>
        <a:xfrm>
          <a:off x="2954734" y="2043774"/>
          <a:ext cx="2218531" cy="13311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JOINS &amp; VIEWS</a:t>
          </a:r>
        </a:p>
      </dsp:txBody>
      <dsp:txXfrm>
        <a:off x="2993721" y="2082761"/>
        <a:ext cx="2140557" cy="1253144"/>
      </dsp:txXfrm>
    </dsp:sp>
    <dsp:sp modelId="{564D62DA-C0A6-4997-B438-3DA0B294FC5E}">
      <dsp:nvSpPr>
        <dsp:cNvPr id="0" name=""/>
        <dsp:cNvSpPr/>
      </dsp:nvSpPr>
      <dsp:spPr>
        <a:xfrm>
          <a:off x="3408266" y="606641"/>
          <a:ext cx="2940820" cy="19966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A49832-8BB1-4C77-AECC-7EF8BE0F3EFB}">
      <dsp:nvSpPr>
        <dsp:cNvPr id="0" name=""/>
        <dsp:cNvSpPr/>
      </dsp:nvSpPr>
      <dsp:spPr>
        <a:xfrm>
          <a:off x="2954734" y="379875"/>
          <a:ext cx="2218531" cy="13311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DATA VALIDATION</a:t>
          </a:r>
        </a:p>
      </dsp:txBody>
      <dsp:txXfrm>
        <a:off x="2993721" y="418862"/>
        <a:ext cx="2140557" cy="1253144"/>
      </dsp:txXfrm>
    </dsp:sp>
    <dsp:sp modelId="{C809AC9A-A231-4F64-A14C-B940D8F15608}">
      <dsp:nvSpPr>
        <dsp:cNvPr id="0" name=""/>
        <dsp:cNvSpPr/>
      </dsp:nvSpPr>
      <dsp:spPr>
        <a:xfrm rot="5400000">
          <a:off x="5526964" y="1438591"/>
          <a:ext cx="1654072" cy="19966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E624DC-6B62-49CE-AAAE-F384D3D5E054}">
      <dsp:nvSpPr>
        <dsp:cNvPr id="0" name=""/>
        <dsp:cNvSpPr/>
      </dsp:nvSpPr>
      <dsp:spPr>
        <a:xfrm>
          <a:off x="5905380" y="379875"/>
          <a:ext cx="2218531" cy="13311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POWER BI</a:t>
          </a:r>
        </a:p>
      </dsp:txBody>
      <dsp:txXfrm>
        <a:off x="5944367" y="418862"/>
        <a:ext cx="2140557" cy="1253144"/>
      </dsp:txXfrm>
    </dsp:sp>
    <dsp:sp modelId="{2E69D7B9-DD3C-4F80-9A38-E41CCD0592A5}">
      <dsp:nvSpPr>
        <dsp:cNvPr id="0" name=""/>
        <dsp:cNvSpPr/>
      </dsp:nvSpPr>
      <dsp:spPr>
        <a:xfrm rot="5400000">
          <a:off x="5526964" y="3102489"/>
          <a:ext cx="1654072" cy="19966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4858CA-C173-4AAD-9C48-F977BFF542CB}">
      <dsp:nvSpPr>
        <dsp:cNvPr id="0" name=""/>
        <dsp:cNvSpPr/>
      </dsp:nvSpPr>
      <dsp:spPr>
        <a:xfrm>
          <a:off x="5905380" y="2043774"/>
          <a:ext cx="2218531" cy="13311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INSIGHTS</a:t>
          </a:r>
        </a:p>
      </dsp:txBody>
      <dsp:txXfrm>
        <a:off x="5944367" y="2082761"/>
        <a:ext cx="2140557" cy="1253144"/>
      </dsp:txXfrm>
    </dsp:sp>
    <dsp:sp modelId="{044D7DCB-6C70-406C-AF9F-EBF67C317A5E}">
      <dsp:nvSpPr>
        <dsp:cNvPr id="0" name=""/>
        <dsp:cNvSpPr/>
      </dsp:nvSpPr>
      <dsp:spPr>
        <a:xfrm>
          <a:off x="5905380" y="3707672"/>
          <a:ext cx="2218531" cy="13311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REPORT</a:t>
          </a:r>
        </a:p>
      </dsp:txBody>
      <dsp:txXfrm>
        <a:off x="5944367" y="3746659"/>
        <a:ext cx="2140557" cy="125314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FB0CA9-7BB3-4AF1-826F-6929AC6865C8}">
      <dsp:nvSpPr>
        <dsp:cNvPr id="0" name=""/>
        <dsp:cNvSpPr/>
      </dsp:nvSpPr>
      <dsp:spPr>
        <a:xfrm>
          <a:off x="0" y="0"/>
          <a:ext cx="5972175" cy="5972175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C970E7-C694-4BCB-A378-9C9926CB6D01}">
      <dsp:nvSpPr>
        <dsp:cNvPr id="0" name=""/>
        <dsp:cNvSpPr/>
      </dsp:nvSpPr>
      <dsp:spPr>
        <a:xfrm>
          <a:off x="2986087" y="0"/>
          <a:ext cx="7572374" cy="59721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Who are our highest-value customers?</a:t>
          </a:r>
        </a:p>
      </dsp:txBody>
      <dsp:txXfrm>
        <a:off x="2986087" y="0"/>
        <a:ext cx="3786187" cy="955548"/>
      </dsp:txXfrm>
    </dsp:sp>
    <dsp:sp modelId="{E5E36A18-B2BF-49E7-97DB-6B52389FF07B}">
      <dsp:nvSpPr>
        <dsp:cNvPr id="0" name=""/>
        <dsp:cNvSpPr/>
      </dsp:nvSpPr>
      <dsp:spPr>
        <a:xfrm>
          <a:off x="627078" y="955548"/>
          <a:ext cx="4718018" cy="4718018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F45A35-6F02-4A53-B501-2F2A6651D3D7}">
      <dsp:nvSpPr>
        <dsp:cNvPr id="0" name=""/>
        <dsp:cNvSpPr/>
      </dsp:nvSpPr>
      <dsp:spPr>
        <a:xfrm>
          <a:off x="2986087" y="955548"/>
          <a:ext cx="7572374" cy="471801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Which cities generate the most revenue?</a:t>
          </a:r>
        </a:p>
      </dsp:txBody>
      <dsp:txXfrm>
        <a:off x="2986087" y="955548"/>
        <a:ext cx="3786187" cy="955547"/>
      </dsp:txXfrm>
    </dsp:sp>
    <dsp:sp modelId="{20364DF9-DC57-4C9B-B538-C68E48C1A5CA}">
      <dsp:nvSpPr>
        <dsp:cNvPr id="0" name=""/>
        <dsp:cNvSpPr/>
      </dsp:nvSpPr>
      <dsp:spPr>
        <a:xfrm>
          <a:off x="1254156" y="1911096"/>
          <a:ext cx="3463861" cy="3463861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E01984-8202-4F58-92D9-91C2F7B07E27}">
      <dsp:nvSpPr>
        <dsp:cNvPr id="0" name=""/>
        <dsp:cNvSpPr/>
      </dsp:nvSpPr>
      <dsp:spPr>
        <a:xfrm>
          <a:off x="2986087" y="1911096"/>
          <a:ext cx="7572374" cy="346386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How do customers prefer to pay?</a:t>
          </a:r>
        </a:p>
      </dsp:txBody>
      <dsp:txXfrm>
        <a:off x="2986087" y="1911096"/>
        <a:ext cx="3786187" cy="955547"/>
      </dsp:txXfrm>
    </dsp:sp>
    <dsp:sp modelId="{C89E9CBB-6781-4935-803E-6801C347381F}">
      <dsp:nvSpPr>
        <dsp:cNvPr id="0" name=""/>
        <dsp:cNvSpPr/>
      </dsp:nvSpPr>
      <dsp:spPr>
        <a:xfrm>
          <a:off x="1881235" y="2866643"/>
          <a:ext cx="2209704" cy="2209704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D16D7D-CD1E-4562-B7BC-39C6F1F1878A}">
      <dsp:nvSpPr>
        <dsp:cNvPr id="0" name=""/>
        <dsp:cNvSpPr/>
      </dsp:nvSpPr>
      <dsp:spPr>
        <a:xfrm>
          <a:off x="2986087" y="2866643"/>
          <a:ext cx="7572374" cy="220970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Which loyalty tiers contribute the most revenue?</a:t>
          </a:r>
        </a:p>
      </dsp:txBody>
      <dsp:txXfrm>
        <a:off x="2986087" y="2866643"/>
        <a:ext cx="3786187" cy="955548"/>
      </dsp:txXfrm>
    </dsp:sp>
    <dsp:sp modelId="{A8A2E480-B2E3-4B04-97C9-23C65EB9B756}">
      <dsp:nvSpPr>
        <dsp:cNvPr id="0" name=""/>
        <dsp:cNvSpPr/>
      </dsp:nvSpPr>
      <dsp:spPr>
        <a:xfrm>
          <a:off x="2508313" y="3822191"/>
          <a:ext cx="955548" cy="955548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C9101F-DF93-4A30-8619-4B4AC64AFABF}">
      <dsp:nvSpPr>
        <dsp:cNvPr id="0" name=""/>
        <dsp:cNvSpPr/>
      </dsp:nvSpPr>
      <dsp:spPr>
        <a:xfrm>
          <a:off x="2986087" y="3822191"/>
          <a:ext cx="7572374" cy="95554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Where should management focus its retention and promotional efforts?</a:t>
          </a:r>
        </a:p>
      </dsp:txBody>
      <dsp:txXfrm>
        <a:off x="2986087" y="3822191"/>
        <a:ext cx="3786187" cy="955548"/>
      </dsp:txXfrm>
    </dsp:sp>
    <dsp:sp modelId="{AD8BF866-0F50-4A56-B8A9-8696576CBE3A}">
      <dsp:nvSpPr>
        <dsp:cNvPr id="0" name=""/>
        <dsp:cNvSpPr/>
      </dsp:nvSpPr>
      <dsp:spPr>
        <a:xfrm>
          <a:off x="6772274" y="0"/>
          <a:ext cx="3786187" cy="95554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/>
            <a:t>Customer Value</a:t>
          </a:r>
        </a:p>
      </dsp:txBody>
      <dsp:txXfrm>
        <a:off x="6772274" y="0"/>
        <a:ext cx="3786187" cy="955548"/>
      </dsp:txXfrm>
    </dsp:sp>
    <dsp:sp modelId="{5A372876-F79A-4020-B489-E4CCA5948E3F}">
      <dsp:nvSpPr>
        <dsp:cNvPr id="0" name=""/>
        <dsp:cNvSpPr/>
      </dsp:nvSpPr>
      <dsp:spPr>
        <a:xfrm>
          <a:off x="6772274" y="955548"/>
          <a:ext cx="3786187" cy="95554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/>
            <a:t>Geographic Performance</a:t>
          </a:r>
        </a:p>
      </dsp:txBody>
      <dsp:txXfrm>
        <a:off x="6772274" y="955548"/>
        <a:ext cx="3786187" cy="955547"/>
      </dsp:txXfrm>
    </dsp:sp>
    <dsp:sp modelId="{2AF20783-3D97-4A30-BD4E-7BB2AAFA72B4}">
      <dsp:nvSpPr>
        <dsp:cNvPr id="0" name=""/>
        <dsp:cNvSpPr/>
      </dsp:nvSpPr>
      <dsp:spPr>
        <a:xfrm>
          <a:off x="6772274" y="1911096"/>
          <a:ext cx="3786187" cy="95554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/>
            <a:t>Payment Behaviour</a:t>
          </a:r>
        </a:p>
      </dsp:txBody>
      <dsp:txXfrm>
        <a:off x="6772274" y="1911096"/>
        <a:ext cx="3786187" cy="955547"/>
      </dsp:txXfrm>
    </dsp:sp>
    <dsp:sp modelId="{CAF392ED-D455-4AEA-A7C0-D81626BE880B}">
      <dsp:nvSpPr>
        <dsp:cNvPr id="0" name=""/>
        <dsp:cNvSpPr/>
      </dsp:nvSpPr>
      <dsp:spPr>
        <a:xfrm>
          <a:off x="6772274" y="2866643"/>
          <a:ext cx="3786187" cy="95554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/>
            <a:t>Loyalty performance</a:t>
          </a:r>
        </a:p>
      </dsp:txBody>
      <dsp:txXfrm>
        <a:off x="6772274" y="2866643"/>
        <a:ext cx="3786187" cy="955548"/>
      </dsp:txXfrm>
    </dsp:sp>
    <dsp:sp modelId="{BE25D606-8A0B-425C-9CBB-9B640FBC1548}">
      <dsp:nvSpPr>
        <dsp:cNvPr id="0" name=""/>
        <dsp:cNvSpPr/>
      </dsp:nvSpPr>
      <dsp:spPr>
        <a:xfrm>
          <a:off x="6772274" y="3822191"/>
          <a:ext cx="3786187" cy="95554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/>
            <a:t>Commercial Opportunity</a:t>
          </a:r>
          <a:endParaRPr lang="en-IN" sz="2600" kern="1200" dirty="0"/>
        </a:p>
      </dsp:txBody>
      <dsp:txXfrm>
        <a:off x="6772274" y="3822191"/>
        <a:ext cx="3786187" cy="95554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F88472-2D46-451F-970B-3E40A1BF11D4}">
      <dsp:nvSpPr>
        <dsp:cNvPr id="0" name=""/>
        <dsp:cNvSpPr/>
      </dsp:nvSpPr>
      <dsp:spPr>
        <a:xfrm>
          <a:off x="4712" y="0"/>
          <a:ext cx="4533030" cy="565833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kern="1200" dirty="0"/>
            <a:t>HIGH-VALUE CUSTOMERS</a:t>
          </a:r>
        </a:p>
      </dsp:txBody>
      <dsp:txXfrm>
        <a:off x="4712" y="0"/>
        <a:ext cx="4533030" cy="1697499"/>
      </dsp:txXfrm>
    </dsp:sp>
    <dsp:sp modelId="{C6114F62-EA34-4906-8971-D71DA0E8FBAE}">
      <dsp:nvSpPr>
        <dsp:cNvPr id="0" name=""/>
        <dsp:cNvSpPr/>
      </dsp:nvSpPr>
      <dsp:spPr>
        <a:xfrm>
          <a:off x="549727" y="1417957"/>
          <a:ext cx="3442999" cy="14494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Finding: The highest value customer generated ₹13,83,241 in revenue and belongs to the highest loyalty tier.</a:t>
          </a:r>
        </a:p>
      </dsp:txBody>
      <dsp:txXfrm>
        <a:off x="592180" y="1460410"/>
        <a:ext cx="3358093" cy="1364530"/>
      </dsp:txXfrm>
    </dsp:sp>
    <dsp:sp modelId="{D006FAF8-51A8-4D16-BAB2-B3FF0814783D}">
      <dsp:nvSpPr>
        <dsp:cNvPr id="0" name=""/>
        <dsp:cNvSpPr/>
      </dsp:nvSpPr>
      <dsp:spPr>
        <a:xfrm>
          <a:off x="482638" y="2980702"/>
          <a:ext cx="3626424" cy="7057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High-value customers represent an important retention opportunity.</a:t>
          </a:r>
        </a:p>
      </dsp:txBody>
      <dsp:txXfrm>
        <a:off x="503309" y="3001373"/>
        <a:ext cx="3585082" cy="664429"/>
      </dsp:txXfrm>
    </dsp:sp>
    <dsp:sp modelId="{93DEEE58-1646-4CD7-B9CC-BEAB8F310883}">
      <dsp:nvSpPr>
        <dsp:cNvPr id="0" name=""/>
        <dsp:cNvSpPr/>
      </dsp:nvSpPr>
      <dsp:spPr>
        <a:xfrm>
          <a:off x="504904" y="3898668"/>
          <a:ext cx="3532644" cy="13050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Action: Prioritize high-tier customers with personalized offers, retention campaigns and loyalty benefits.</a:t>
          </a:r>
        </a:p>
      </dsp:txBody>
      <dsp:txXfrm>
        <a:off x="543127" y="3936891"/>
        <a:ext cx="3456198" cy="1228596"/>
      </dsp:txXfrm>
    </dsp:sp>
    <dsp:sp modelId="{6B20ACB1-3EE5-4F27-8297-8BA79521FE22}">
      <dsp:nvSpPr>
        <dsp:cNvPr id="0" name=""/>
        <dsp:cNvSpPr/>
      </dsp:nvSpPr>
      <dsp:spPr>
        <a:xfrm>
          <a:off x="4882431" y="0"/>
          <a:ext cx="4533030" cy="565833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kern="1200" dirty="0"/>
            <a:t>GEOGRAPHY</a:t>
          </a:r>
        </a:p>
      </dsp:txBody>
      <dsp:txXfrm>
        <a:off x="4882431" y="0"/>
        <a:ext cx="4533030" cy="1697499"/>
      </dsp:txXfrm>
    </dsp:sp>
    <dsp:sp modelId="{A33503AE-1618-4FE9-BBDB-1877C1A2826A}">
      <dsp:nvSpPr>
        <dsp:cNvPr id="0" name=""/>
        <dsp:cNvSpPr/>
      </dsp:nvSpPr>
      <dsp:spPr>
        <a:xfrm>
          <a:off x="5244641" y="1528830"/>
          <a:ext cx="3925096" cy="11538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Delhi generated  approximately ₹9.5 crore in revenue, followed closely by Bengaluru at ₹9.2 crore. </a:t>
          </a:r>
        </a:p>
      </dsp:txBody>
      <dsp:txXfrm>
        <a:off x="5278435" y="1562624"/>
        <a:ext cx="3857508" cy="1086227"/>
      </dsp:txXfrm>
    </dsp:sp>
    <dsp:sp modelId="{01C19A0E-1BC2-4D5C-BE40-4CDDEE1506A8}">
      <dsp:nvSpPr>
        <dsp:cNvPr id="0" name=""/>
        <dsp:cNvSpPr/>
      </dsp:nvSpPr>
      <dsp:spPr>
        <a:xfrm>
          <a:off x="5369353" y="2773219"/>
          <a:ext cx="3626424" cy="9217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Delhi and Bengaluru are two major revenue-driving markets.</a:t>
          </a:r>
        </a:p>
      </dsp:txBody>
      <dsp:txXfrm>
        <a:off x="5396350" y="2800216"/>
        <a:ext cx="3572430" cy="867752"/>
      </dsp:txXfrm>
    </dsp:sp>
    <dsp:sp modelId="{F78CB47F-A92B-40D1-8C5A-8A762FAE0DB2}">
      <dsp:nvSpPr>
        <dsp:cNvPr id="0" name=""/>
        <dsp:cNvSpPr/>
      </dsp:nvSpPr>
      <dsp:spPr>
        <a:xfrm>
          <a:off x="5274776" y="3875109"/>
          <a:ext cx="3837481" cy="14395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Action: Prioritize Delhi for high-impact campaigns while strengthening growth initiatives in Bengaluru &amp; other high-potential cities.</a:t>
          </a:r>
        </a:p>
      </dsp:txBody>
      <dsp:txXfrm>
        <a:off x="5316940" y="3917273"/>
        <a:ext cx="3753153" cy="135526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7E0A6B-84F1-4355-98B3-FAA8766A25FE}">
      <dsp:nvSpPr>
        <dsp:cNvPr id="0" name=""/>
        <dsp:cNvSpPr/>
      </dsp:nvSpPr>
      <dsp:spPr>
        <a:xfrm rot="16200000">
          <a:off x="-1418497" y="1419489"/>
          <a:ext cx="5418667" cy="2579687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0" rIns="132953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/>
            <a:t>Payment</a:t>
          </a:r>
          <a:r>
            <a:rPr lang="en-IN" sz="2100" kern="1200" dirty="0"/>
            <a:t> </a:t>
          </a:r>
          <a:r>
            <a:rPr lang="en-IN" sz="2100" b="1" kern="1200" dirty="0"/>
            <a:t>Behaviour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Finding: Card was the most frequently used payment method with approx. 1,700 transactions followed closely by COD at 1,677.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Action: Optimize the card checkout experience while maintaining COD as an important payment option.</a:t>
          </a:r>
        </a:p>
      </dsp:txBody>
      <dsp:txXfrm rot="5400000">
        <a:off x="993" y="1083732"/>
        <a:ext cx="2579687" cy="3251201"/>
      </dsp:txXfrm>
    </dsp:sp>
    <dsp:sp modelId="{188BC8B8-A36C-413E-9172-4D2C562A7C96}">
      <dsp:nvSpPr>
        <dsp:cNvPr id="0" name=""/>
        <dsp:cNvSpPr/>
      </dsp:nvSpPr>
      <dsp:spPr>
        <a:xfrm rot="16200000">
          <a:off x="1354666" y="1419489"/>
          <a:ext cx="5418667" cy="2579687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0" rIns="132953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/>
            <a:t>Loyalty Performance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Bronze customers generated ₹2.2 crore in revenue, followed by Silver at approximately ₹1.2 crore.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Action: Develop targeted campaigns that encourage Bronze customers to move into higher loyalty tiers.</a:t>
          </a:r>
        </a:p>
      </dsp:txBody>
      <dsp:txXfrm rot="5400000">
        <a:off x="2774156" y="1083732"/>
        <a:ext cx="2579687" cy="3251201"/>
      </dsp:txXfrm>
    </dsp:sp>
    <dsp:sp modelId="{BEAA0341-2BE7-4FE4-B9E1-149F55FCD07B}">
      <dsp:nvSpPr>
        <dsp:cNvPr id="0" name=""/>
        <dsp:cNvSpPr/>
      </dsp:nvSpPr>
      <dsp:spPr>
        <a:xfrm rot="16200000">
          <a:off x="4127830" y="1419489"/>
          <a:ext cx="5418667" cy="2579687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0" rIns="132953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/>
            <a:t>Cross-Business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Customer value, geography and loyalty data can be combined.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It can identify where high-value customers are concentrated and where targeted campaigns may have the greatest potential. </a:t>
          </a:r>
        </a:p>
      </dsp:txBody>
      <dsp:txXfrm rot="5400000">
        <a:off x="5547320" y="1083732"/>
        <a:ext cx="2579687" cy="325120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73F078-791F-443A-923B-49B0F4BAB515}">
      <dsp:nvSpPr>
        <dsp:cNvPr id="0" name=""/>
        <dsp:cNvSpPr/>
      </dsp:nvSpPr>
      <dsp:spPr>
        <a:xfrm>
          <a:off x="992" y="0"/>
          <a:ext cx="2579687" cy="54186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/>
            <a:t>PRIORITY</a:t>
          </a:r>
        </a:p>
      </dsp:txBody>
      <dsp:txXfrm>
        <a:off x="992" y="0"/>
        <a:ext cx="2579687" cy="1625600"/>
      </dsp:txXfrm>
    </dsp:sp>
    <dsp:sp modelId="{FDD6980F-4E46-4565-BF0B-F3D67E936CF2}">
      <dsp:nvSpPr>
        <dsp:cNvPr id="0" name=""/>
        <dsp:cNvSpPr/>
      </dsp:nvSpPr>
      <dsp:spPr>
        <a:xfrm>
          <a:off x="258960" y="1626625"/>
          <a:ext cx="2063749" cy="6268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High</a:t>
          </a:r>
        </a:p>
      </dsp:txBody>
      <dsp:txXfrm>
        <a:off x="277320" y="1644985"/>
        <a:ext cx="2027029" cy="590144"/>
      </dsp:txXfrm>
    </dsp:sp>
    <dsp:sp modelId="{718DD38E-3C05-419C-B559-DB6CEFB01BD6}">
      <dsp:nvSpPr>
        <dsp:cNvPr id="0" name=""/>
        <dsp:cNvSpPr/>
      </dsp:nvSpPr>
      <dsp:spPr>
        <a:xfrm>
          <a:off x="258960" y="2349930"/>
          <a:ext cx="2063749" cy="6268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High</a:t>
          </a:r>
        </a:p>
      </dsp:txBody>
      <dsp:txXfrm>
        <a:off x="277320" y="2368290"/>
        <a:ext cx="2027029" cy="590144"/>
      </dsp:txXfrm>
    </dsp:sp>
    <dsp:sp modelId="{EF6BAD9E-B475-47F5-BEBA-B9788981838C}">
      <dsp:nvSpPr>
        <dsp:cNvPr id="0" name=""/>
        <dsp:cNvSpPr/>
      </dsp:nvSpPr>
      <dsp:spPr>
        <a:xfrm>
          <a:off x="258960" y="3073234"/>
          <a:ext cx="2063749" cy="6268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Medium</a:t>
          </a:r>
        </a:p>
      </dsp:txBody>
      <dsp:txXfrm>
        <a:off x="277320" y="3091594"/>
        <a:ext cx="2027029" cy="590144"/>
      </dsp:txXfrm>
    </dsp:sp>
    <dsp:sp modelId="{00C96E21-6AB4-47DE-ADFC-46BF88B891AE}">
      <dsp:nvSpPr>
        <dsp:cNvPr id="0" name=""/>
        <dsp:cNvSpPr/>
      </dsp:nvSpPr>
      <dsp:spPr>
        <a:xfrm>
          <a:off x="258960" y="3796539"/>
          <a:ext cx="2063749" cy="6268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Low</a:t>
          </a:r>
          <a:endParaRPr lang="en-IN" sz="1600" kern="1200" dirty="0"/>
        </a:p>
      </dsp:txBody>
      <dsp:txXfrm>
        <a:off x="277320" y="3814899"/>
        <a:ext cx="2027029" cy="590144"/>
      </dsp:txXfrm>
    </dsp:sp>
    <dsp:sp modelId="{32193B4E-944C-4807-9989-11FA66F47B34}">
      <dsp:nvSpPr>
        <dsp:cNvPr id="0" name=""/>
        <dsp:cNvSpPr/>
      </dsp:nvSpPr>
      <dsp:spPr>
        <a:xfrm>
          <a:off x="258960" y="4519844"/>
          <a:ext cx="2063749" cy="6268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Long-term</a:t>
          </a:r>
          <a:endParaRPr lang="en-IN" sz="1600" kern="1200" dirty="0"/>
        </a:p>
      </dsp:txBody>
      <dsp:txXfrm>
        <a:off x="277320" y="4538204"/>
        <a:ext cx="2027029" cy="590144"/>
      </dsp:txXfrm>
    </dsp:sp>
    <dsp:sp modelId="{8BE94D85-757F-4F61-85C2-CBA2794FF439}">
      <dsp:nvSpPr>
        <dsp:cNvPr id="0" name=""/>
        <dsp:cNvSpPr/>
      </dsp:nvSpPr>
      <dsp:spPr>
        <a:xfrm>
          <a:off x="2774156" y="0"/>
          <a:ext cx="2579687" cy="54186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/>
            <a:t>RECOMMENDATION</a:t>
          </a:r>
        </a:p>
      </dsp:txBody>
      <dsp:txXfrm>
        <a:off x="2774156" y="0"/>
        <a:ext cx="2579687" cy="1625600"/>
      </dsp:txXfrm>
    </dsp:sp>
    <dsp:sp modelId="{CAF41A31-1014-44B7-98C3-42DACDBFE7AA}">
      <dsp:nvSpPr>
        <dsp:cNvPr id="0" name=""/>
        <dsp:cNvSpPr/>
      </dsp:nvSpPr>
      <dsp:spPr>
        <a:xfrm>
          <a:off x="3032125" y="1626625"/>
          <a:ext cx="2063749" cy="6268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Protect and personalize high-value customers</a:t>
          </a:r>
        </a:p>
      </dsp:txBody>
      <dsp:txXfrm>
        <a:off x="3050485" y="1644985"/>
        <a:ext cx="2027029" cy="590144"/>
      </dsp:txXfrm>
    </dsp:sp>
    <dsp:sp modelId="{D45A6505-AFDC-453E-8175-7913504F5B88}">
      <dsp:nvSpPr>
        <dsp:cNvPr id="0" name=""/>
        <dsp:cNvSpPr/>
      </dsp:nvSpPr>
      <dsp:spPr>
        <a:xfrm>
          <a:off x="3032125" y="2349930"/>
          <a:ext cx="2063749" cy="6268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Strengthen Delhi campaigns</a:t>
          </a:r>
        </a:p>
      </dsp:txBody>
      <dsp:txXfrm>
        <a:off x="3050485" y="2368290"/>
        <a:ext cx="2027029" cy="590144"/>
      </dsp:txXfrm>
    </dsp:sp>
    <dsp:sp modelId="{3270E881-E331-4CEF-BFFD-FCCAAA5F9413}">
      <dsp:nvSpPr>
        <dsp:cNvPr id="0" name=""/>
        <dsp:cNvSpPr/>
      </dsp:nvSpPr>
      <dsp:spPr>
        <a:xfrm>
          <a:off x="3032125" y="3073234"/>
          <a:ext cx="2063749" cy="6268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Develop Bronze upgrade campaigns</a:t>
          </a:r>
        </a:p>
      </dsp:txBody>
      <dsp:txXfrm>
        <a:off x="3050485" y="3091594"/>
        <a:ext cx="2027029" cy="590144"/>
      </dsp:txXfrm>
    </dsp:sp>
    <dsp:sp modelId="{9BB01453-1987-4B4A-B359-86AE6595A598}">
      <dsp:nvSpPr>
        <dsp:cNvPr id="0" name=""/>
        <dsp:cNvSpPr/>
      </dsp:nvSpPr>
      <dsp:spPr>
        <a:xfrm>
          <a:off x="3032125" y="3796539"/>
          <a:ext cx="2063749" cy="6268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Optimize card checkout experience</a:t>
          </a:r>
          <a:endParaRPr lang="en-IN" sz="1600" kern="1200" dirty="0"/>
        </a:p>
      </dsp:txBody>
      <dsp:txXfrm>
        <a:off x="3050485" y="3814899"/>
        <a:ext cx="2027029" cy="590144"/>
      </dsp:txXfrm>
    </dsp:sp>
    <dsp:sp modelId="{092D6656-683D-42ED-A3E9-05C92860DCCE}">
      <dsp:nvSpPr>
        <dsp:cNvPr id="0" name=""/>
        <dsp:cNvSpPr/>
      </dsp:nvSpPr>
      <dsp:spPr>
        <a:xfrm>
          <a:off x="3032125" y="4519844"/>
          <a:ext cx="2063749" cy="6268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Build customet segmentation</a:t>
          </a:r>
          <a:endParaRPr lang="en-IN" sz="1600" kern="1200" dirty="0"/>
        </a:p>
      </dsp:txBody>
      <dsp:txXfrm>
        <a:off x="3050485" y="4538204"/>
        <a:ext cx="2027029" cy="590144"/>
      </dsp:txXfrm>
    </dsp:sp>
    <dsp:sp modelId="{77821592-73F1-480A-BF32-831F1EDE88F9}">
      <dsp:nvSpPr>
        <dsp:cNvPr id="0" name=""/>
        <dsp:cNvSpPr/>
      </dsp:nvSpPr>
      <dsp:spPr>
        <a:xfrm>
          <a:off x="5548312" y="0"/>
          <a:ext cx="2579687" cy="54186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/>
            <a:t>OBJECTIVE</a:t>
          </a:r>
        </a:p>
      </dsp:txBody>
      <dsp:txXfrm>
        <a:off x="5548312" y="0"/>
        <a:ext cx="2579687" cy="1625600"/>
      </dsp:txXfrm>
    </dsp:sp>
    <dsp:sp modelId="{8C61F2EE-E1E8-4073-A533-86A43C030499}">
      <dsp:nvSpPr>
        <dsp:cNvPr id="0" name=""/>
        <dsp:cNvSpPr/>
      </dsp:nvSpPr>
      <dsp:spPr>
        <a:xfrm>
          <a:off x="5805289" y="1626625"/>
          <a:ext cx="2063749" cy="6268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Retention</a:t>
          </a:r>
        </a:p>
      </dsp:txBody>
      <dsp:txXfrm>
        <a:off x="5823649" y="1644985"/>
        <a:ext cx="2027029" cy="590144"/>
      </dsp:txXfrm>
    </dsp:sp>
    <dsp:sp modelId="{8C57500C-1489-4A34-BD94-75AFE38D454F}">
      <dsp:nvSpPr>
        <dsp:cNvPr id="0" name=""/>
        <dsp:cNvSpPr/>
      </dsp:nvSpPr>
      <dsp:spPr>
        <a:xfrm>
          <a:off x="5805289" y="2349930"/>
          <a:ext cx="2063749" cy="6268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Revenue growth</a:t>
          </a:r>
        </a:p>
      </dsp:txBody>
      <dsp:txXfrm>
        <a:off x="5823649" y="2368290"/>
        <a:ext cx="2027029" cy="590144"/>
      </dsp:txXfrm>
    </dsp:sp>
    <dsp:sp modelId="{8C318915-B8FA-4F0F-898F-CDD663FAD62E}">
      <dsp:nvSpPr>
        <dsp:cNvPr id="0" name=""/>
        <dsp:cNvSpPr/>
      </dsp:nvSpPr>
      <dsp:spPr>
        <a:xfrm>
          <a:off x="5805289" y="3073234"/>
          <a:ext cx="2063749" cy="6268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Customer value</a:t>
          </a:r>
        </a:p>
      </dsp:txBody>
      <dsp:txXfrm>
        <a:off x="5823649" y="3091594"/>
        <a:ext cx="2027029" cy="590144"/>
      </dsp:txXfrm>
    </dsp:sp>
    <dsp:sp modelId="{41A63932-FDA4-4763-8750-6CD5C3E3782E}">
      <dsp:nvSpPr>
        <dsp:cNvPr id="0" name=""/>
        <dsp:cNvSpPr/>
      </dsp:nvSpPr>
      <dsp:spPr>
        <a:xfrm>
          <a:off x="5805289" y="3796539"/>
          <a:ext cx="2063749" cy="6268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Conversion</a:t>
          </a:r>
          <a:endParaRPr lang="en-IN" sz="1600" kern="1200" dirty="0"/>
        </a:p>
      </dsp:txBody>
      <dsp:txXfrm>
        <a:off x="5823649" y="3814899"/>
        <a:ext cx="2027029" cy="590144"/>
      </dsp:txXfrm>
    </dsp:sp>
    <dsp:sp modelId="{9E3CF007-CBDF-43AF-BBA6-AF6123F25D86}">
      <dsp:nvSpPr>
        <dsp:cNvPr id="0" name=""/>
        <dsp:cNvSpPr/>
      </dsp:nvSpPr>
      <dsp:spPr>
        <a:xfrm>
          <a:off x="5805289" y="4519844"/>
          <a:ext cx="2063749" cy="6268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Personalization</a:t>
          </a:r>
          <a:endParaRPr lang="en-IN" sz="1600" kern="1200" dirty="0"/>
        </a:p>
      </dsp:txBody>
      <dsp:txXfrm>
        <a:off x="5823649" y="4538204"/>
        <a:ext cx="2027029" cy="59014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ED607C-D354-4543-AA8C-56A431FC04E8}">
      <dsp:nvSpPr>
        <dsp:cNvPr id="0" name=""/>
        <dsp:cNvSpPr/>
      </dsp:nvSpPr>
      <dsp:spPr>
        <a:xfrm>
          <a:off x="0" y="4227317"/>
          <a:ext cx="8128000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83F98E-B034-40AB-A471-890667450A50}">
      <dsp:nvSpPr>
        <dsp:cNvPr id="0" name=""/>
        <dsp:cNvSpPr/>
      </dsp:nvSpPr>
      <dsp:spPr>
        <a:xfrm>
          <a:off x="0" y="2411617"/>
          <a:ext cx="8128000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575D31-0E5D-45EA-ADF3-749CFFA790EC}">
      <dsp:nvSpPr>
        <dsp:cNvPr id="0" name=""/>
        <dsp:cNvSpPr/>
      </dsp:nvSpPr>
      <dsp:spPr>
        <a:xfrm>
          <a:off x="0" y="595917"/>
          <a:ext cx="8128000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71361D-909D-498C-A340-E72D0F5E52FF}">
      <dsp:nvSpPr>
        <dsp:cNvPr id="0" name=""/>
        <dsp:cNvSpPr/>
      </dsp:nvSpPr>
      <dsp:spPr>
        <a:xfrm>
          <a:off x="2113279" y="664"/>
          <a:ext cx="6014720" cy="5952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b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high-value customers.</a:t>
          </a:r>
        </a:p>
      </dsp:txBody>
      <dsp:txXfrm>
        <a:off x="2113279" y="664"/>
        <a:ext cx="6014720" cy="595253"/>
      </dsp:txXfrm>
    </dsp:sp>
    <dsp:sp modelId="{0C3B2636-B2BD-4C37-87E0-D4AD7ECCD8F0}">
      <dsp:nvSpPr>
        <dsp:cNvPr id="0" name=""/>
        <dsp:cNvSpPr/>
      </dsp:nvSpPr>
      <dsp:spPr>
        <a:xfrm>
          <a:off x="0" y="664"/>
          <a:ext cx="2113280" cy="595253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36195" rIns="36195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Identify and protect</a:t>
          </a:r>
        </a:p>
      </dsp:txBody>
      <dsp:txXfrm>
        <a:off x="29063" y="29727"/>
        <a:ext cx="2055154" cy="566190"/>
      </dsp:txXfrm>
    </dsp:sp>
    <dsp:sp modelId="{F9D3A09B-17D7-4673-A63D-5E18ACF47A0C}">
      <dsp:nvSpPr>
        <dsp:cNvPr id="0" name=""/>
        <dsp:cNvSpPr/>
      </dsp:nvSpPr>
      <dsp:spPr>
        <a:xfrm>
          <a:off x="0" y="595917"/>
          <a:ext cx="8128000" cy="11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200" kern="1200" dirty="0"/>
            <a:t>RETAIN</a:t>
          </a:r>
        </a:p>
      </dsp:txBody>
      <dsp:txXfrm>
        <a:off x="0" y="595917"/>
        <a:ext cx="8128000" cy="1190684"/>
      </dsp:txXfrm>
    </dsp:sp>
    <dsp:sp modelId="{BD824FBC-B165-4C0E-A97F-5DA603DF516B}">
      <dsp:nvSpPr>
        <dsp:cNvPr id="0" name=""/>
        <dsp:cNvSpPr/>
      </dsp:nvSpPr>
      <dsp:spPr>
        <a:xfrm>
          <a:off x="2113279" y="1816364"/>
          <a:ext cx="6014720" cy="5952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b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Performing markets and loyalty upgrades.</a:t>
          </a:r>
        </a:p>
      </dsp:txBody>
      <dsp:txXfrm>
        <a:off x="2113279" y="1816364"/>
        <a:ext cx="6014720" cy="595253"/>
      </dsp:txXfrm>
    </dsp:sp>
    <dsp:sp modelId="{8C3AFE01-0489-40CD-A27A-1DD7E6BF713A}">
      <dsp:nvSpPr>
        <dsp:cNvPr id="0" name=""/>
        <dsp:cNvSpPr/>
      </dsp:nvSpPr>
      <dsp:spPr>
        <a:xfrm>
          <a:off x="0" y="1816364"/>
          <a:ext cx="2113280" cy="595253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36195" rIns="36195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Prioritize high-</a:t>
          </a:r>
        </a:p>
      </dsp:txBody>
      <dsp:txXfrm>
        <a:off x="29063" y="1845427"/>
        <a:ext cx="2055154" cy="566190"/>
      </dsp:txXfrm>
    </dsp:sp>
    <dsp:sp modelId="{A5223F53-16F4-460F-BC3E-A36A4ED2F7C2}">
      <dsp:nvSpPr>
        <dsp:cNvPr id="0" name=""/>
        <dsp:cNvSpPr/>
      </dsp:nvSpPr>
      <dsp:spPr>
        <a:xfrm>
          <a:off x="0" y="2411617"/>
          <a:ext cx="8128000" cy="11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200" kern="1200" dirty="0"/>
            <a:t>GROW</a:t>
          </a:r>
        </a:p>
      </dsp:txBody>
      <dsp:txXfrm>
        <a:off x="0" y="2411617"/>
        <a:ext cx="8128000" cy="1190684"/>
      </dsp:txXfrm>
    </dsp:sp>
    <dsp:sp modelId="{6EE544BF-115D-4A79-8FBD-C8D8E30F3175}">
      <dsp:nvSpPr>
        <dsp:cNvPr id="0" name=""/>
        <dsp:cNvSpPr/>
      </dsp:nvSpPr>
      <dsp:spPr>
        <a:xfrm>
          <a:off x="2113279" y="3632064"/>
          <a:ext cx="6014720" cy="5952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b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Behaviour to improve payment and marketing decisions.</a:t>
          </a:r>
        </a:p>
      </dsp:txBody>
      <dsp:txXfrm>
        <a:off x="2113279" y="3632064"/>
        <a:ext cx="6014720" cy="595253"/>
      </dsp:txXfrm>
    </dsp:sp>
    <dsp:sp modelId="{FF33336B-E54A-4973-9325-EFEDE8FF8387}">
      <dsp:nvSpPr>
        <dsp:cNvPr id="0" name=""/>
        <dsp:cNvSpPr/>
      </dsp:nvSpPr>
      <dsp:spPr>
        <a:xfrm>
          <a:off x="0" y="3632064"/>
          <a:ext cx="2113280" cy="595253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36195" rIns="36195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Use customer</a:t>
          </a:r>
        </a:p>
      </dsp:txBody>
      <dsp:txXfrm>
        <a:off x="29063" y="3661127"/>
        <a:ext cx="2055154" cy="566190"/>
      </dsp:txXfrm>
    </dsp:sp>
    <dsp:sp modelId="{8DEBA992-4E92-42C5-B9E8-D4613E9D9B38}">
      <dsp:nvSpPr>
        <dsp:cNvPr id="0" name=""/>
        <dsp:cNvSpPr/>
      </dsp:nvSpPr>
      <dsp:spPr>
        <a:xfrm>
          <a:off x="0" y="4227317"/>
          <a:ext cx="8128000" cy="11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200" kern="1200" dirty="0"/>
            <a:t>OPTIMIZE</a:t>
          </a:r>
        </a:p>
      </dsp:txBody>
      <dsp:txXfrm>
        <a:off x="0" y="4227317"/>
        <a:ext cx="8128000" cy="11906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C70FA5-1884-4208-BA24-2B667F9C92B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88E450-7258-4DDC-9D96-4AEC9752A5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296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7EE80-74C0-6871-78B4-237C0F8F2C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480472-1A93-FEA6-AA92-2EDF24D70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DE2F7-B835-B640-4483-6A0CDC33F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1B3AC-3647-4BC6-8C8B-65CA625B8A32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CD8F8-D7A4-6E33-CB74-6AE32178C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DF9EA-5758-381B-FFE7-AB3047276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A4C8-F3F0-463A-A77C-525541D17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477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09491-1BC9-42D2-5391-51AC56346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4CC24-5461-3DB1-4A46-9F275365B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3C0F1-40A9-C13B-9979-438103072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1B3AC-3647-4BC6-8C8B-65CA625B8A32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1E20F-D80F-EDC2-7533-72FCCDB65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E7E9B-7D9E-0DAB-82BC-B72890667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A4C8-F3F0-463A-A77C-525541D17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696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40FC1-23FB-6E2A-9CB6-24857FEE0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45172-E29C-D413-5B6F-C881BF49A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B1CCA-C75F-8192-961A-43FB897C7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1B3AC-3647-4BC6-8C8B-65CA625B8A32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83AA2-98A4-7C5D-C406-1AA7E883A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D5AD2-4377-7FF1-BEEA-C59401E7A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A4C8-F3F0-463A-A77C-525541D17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5770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F734B-257A-E80A-7152-52F904653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89366-0B97-075D-C032-2B54023801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172C38-31F9-8930-AC6D-DD52F573D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FDB6A8-8DD9-30BE-527F-4FCC287BF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1B3AC-3647-4BC6-8C8B-65CA625B8A32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66068-00B7-B322-A03D-993BF1078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F9F51-0600-73BB-785B-B45BC05B3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A4C8-F3F0-463A-A77C-525541D17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900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E90C5-CC77-DD08-5AF9-12BDE2579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96A9C-37DF-58BF-864C-D5B8A2E77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D8A71-2D08-D71A-0C55-DA59A8591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2306BB-E6EB-B8AE-ACFA-10D9AA389C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CCB75C-5094-DBB0-6510-7304B761A9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B1DFE5-2723-AB0D-9801-3B424DE6E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1B3AC-3647-4BC6-8C8B-65CA625B8A32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FA0B7A-6AD1-18EE-8383-27B4D166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8CF4D1-FB6F-A1AB-1B71-C9F8C2D40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A4C8-F3F0-463A-A77C-525541D17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78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3E365-3715-55E7-7C1C-84F581E2A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8A4AE4-44EF-CA06-D949-DB3DD7E83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1B3AC-3647-4BC6-8C8B-65CA625B8A32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07DA62-11E8-0FB7-C7A4-BB5DC5D5E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31D58-4139-EF58-13DB-7D2988B8D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A4C8-F3F0-463A-A77C-525541D17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08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5198E8-8A17-AAF8-E131-3992D366D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1B3AC-3647-4BC6-8C8B-65CA625B8A32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942794-8705-B001-2DEF-3769CBC12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A8B26-FC2C-2104-7967-526440D29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A4C8-F3F0-463A-A77C-525541D17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3797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F69AE-7065-0CE6-E973-14045C9E9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40BCD-7238-9FC6-2E23-36D4602CF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70851E-C836-0A1E-CA5E-2E6453BF7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016C5-2694-583E-8D21-0AD2161C3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1B3AC-3647-4BC6-8C8B-65CA625B8A32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FE959F-BB37-0D79-8CA2-1F21312ED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520C8-EF38-8D6E-BA5F-3BC2A1813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A4C8-F3F0-463A-A77C-525541D17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226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9C6C7-9E29-D840-DB3B-35138E596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FB3209-7273-DEC2-1426-600C0B0B99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ADDADF-E71A-4573-030E-8D1880AB2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0B7CC8-370A-A5AC-E15F-02A255C42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1B3AC-3647-4BC6-8C8B-65CA625B8A32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DA30E9-9BDB-93AE-0A17-1E80E20D4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D9020-4D9E-3121-A7DC-4D6BBD5AF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A4C8-F3F0-463A-A77C-525541D17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518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8C7D8-5B11-C3B3-E1F0-E259F8BD1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DABD9D-1ACD-FCA5-A722-4C8161D9D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19C53-70FC-8E3E-010A-D8F487794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1B3AC-3647-4BC6-8C8B-65CA625B8A32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E3B15-E84E-5C6C-E89E-E43E7E31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BA406-8040-B31E-3F7E-F815A1856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A4C8-F3F0-463A-A77C-525541D17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380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B13508-CB3B-AE56-BAC7-5E83B38415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4CF625-4C12-1B1C-704E-FFF789778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C3352-A026-0168-D3AA-2B9C0EE8A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1B3AC-3647-4BC6-8C8B-65CA625B8A32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EEC19-5FD3-70D8-9274-0016E921C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E9A58-978D-1EB0-48C6-9E5754E75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A4C8-F3F0-463A-A77C-525541D17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132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F6248E-2F86-46F8-2B36-BFB83357B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74F149-D48A-093F-16F7-DB1141790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B78A1-005F-7B44-953C-2170A148E3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1B3AC-3647-4BC6-8C8B-65CA625B8A32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4F54-46A0-0D19-3994-00AEE7C5CA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B1646-E075-E4AC-4D48-8A79D32208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DAA4C8-F3F0-463A-A77C-525541D17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5453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CFDC5C0-1BBC-6F55-B936-12E72F4F2D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97257" cy="695868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B5664789-CD87-14F1-B167-5C8AE67D87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73388"/>
            <a:ext cx="9039225" cy="1812926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Turning Customer &amp; Order data Into Actionable Business Insights</a:t>
            </a:r>
          </a:p>
          <a:p>
            <a:endParaRPr lang="en-IN" b="1" dirty="0"/>
          </a:p>
          <a:p>
            <a:r>
              <a:rPr lang="en-IN" b="1" dirty="0"/>
              <a:t>SQL + PostgreSQL + Power BI + Data Analytics</a:t>
            </a:r>
          </a:p>
          <a:p>
            <a:endParaRPr lang="en-IN" b="1" dirty="0"/>
          </a:p>
          <a:p>
            <a:r>
              <a:rPr lang="en-IN" b="1" dirty="0"/>
              <a:t>Prepared by: Aishwarya T Dharan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F04513-30CA-3308-C3FC-30D74A0D17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8775" y="1171575"/>
            <a:ext cx="8934450" cy="1112837"/>
          </a:xfrm>
        </p:spPr>
        <p:txBody>
          <a:bodyPr/>
          <a:lstStyle/>
          <a:p>
            <a:r>
              <a:rPr lang="en-IN" b="1" dirty="0"/>
              <a:t>E-Commerce Sales Analytics</a:t>
            </a:r>
          </a:p>
        </p:txBody>
      </p:sp>
    </p:spTree>
    <p:extLst>
      <p:ext uri="{BB962C8B-B14F-4D97-AF65-F5344CB8AC3E}">
        <p14:creationId xmlns:p14="http://schemas.microsoft.com/office/powerpoint/2010/main" val="1133842585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6D0AF-69D5-E24B-100D-6FCB0D004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593" y="314325"/>
            <a:ext cx="9548813" cy="820739"/>
          </a:xfrm>
        </p:spPr>
        <p:txBody>
          <a:bodyPr>
            <a:noAutofit/>
          </a:bodyPr>
          <a:lstStyle/>
          <a:p>
            <a:pPr algn="ctr"/>
            <a:r>
              <a:rPr lang="en-IN" sz="6000" b="1" dirty="0"/>
              <a:t>EXECUTIVE 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F82B35-C2A9-AA2B-D53F-921BBB566B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234221"/>
              </p:ext>
            </p:extLst>
          </p:nvPr>
        </p:nvGraphicFramePr>
        <p:xfrm>
          <a:off x="838200" y="153987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206436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2C4C549B-9A34-0D3A-C05D-8EA31A89A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4500" y="0"/>
            <a:ext cx="8763000" cy="1128713"/>
          </a:xfrm>
        </p:spPr>
        <p:txBody>
          <a:bodyPr/>
          <a:lstStyle/>
          <a:p>
            <a:r>
              <a:rPr lang="en-IN" b="1" dirty="0"/>
              <a:t>EXECUTIVE SUMMARY</a:t>
            </a:r>
          </a:p>
        </p:txBody>
      </p: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E865EA78-F1A6-B983-AECE-1E1A712366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8072905"/>
              </p:ext>
            </p:extLst>
          </p:nvPr>
        </p:nvGraphicFramePr>
        <p:xfrm>
          <a:off x="866775" y="1128713"/>
          <a:ext cx="10834688" cy="53043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963086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9E9B18A-D115-8350-1F06-EA38DFDBF9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805697"/>
              </p:ext>
            </p:extLst>
          </p:nvPr>
        </p:nvGraphicFramePr>
        <p:xfrm>
          <a:off x="2032000" y="143933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B968D47-BE49-C034-593A-B2474D0AD558}"/>
              </a:ext>
            </a:extLst>
          </p:cNvPr>
          <p:cNvSpPr txBox="1"/>
          <p:nvPr/>
        </p:nvSpPr>
        <p:spPr>
          <a:xfrm>
            <a:off x="2286001" y="977668"/>
            <a:ext cx="812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Data covered approximately two years of transaction activity.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6F346C-9881-330C-BB77-67DDBB62F07F}"/>
              </a:ext>
            </a:extLst>
          </p:cNvPr>
          <p:cNvSpPr txBox="1"/>
          <p:nvPr/>
        </p:nvSpPr>
        <p:spPr>
          <a:xfrm>
            <a:off x="2720976" y="0"/>
            <a:ext cx="72580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/>
              <a:t>DATASET OVERVIEW</a:t>
            </a:r>
          </a:p>
        </p:txBody>
      </p:sp>
    </p:spTree>
    <p:extLst>
      <p:ext uri="{BB962C8B-B14F-4D97-AF65-F5344CB8AC3E}">
        <p14:creationId xmlns:p14="http://schemas.microsoft.com/office/powerpoint/2010/main" val="2262008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AB4789E-0A4E-1DB7-CB21-27635ED38E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0525764"/>
              </p:ext>
            </p:extLst>
          </p:nvPr>
        </p:nvGraphicFramePr>
        <p:xfrm>
          <a:off x="71437" y="657225"/>
          <a:ext cx="12049125" cy="6586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8C2FD93-4510-BB63-26DE-AA5E4AD77FAF}"/>
              </a:ext>
            </a:extLst>
          </p:cNvPr>
          <p:cNvSpPr txBox="1"/>
          <p:nvPr/>
        </p:nvSpPr>
        <p:spPr>
          <a:xfrm>
            <a:off x="2700339" y="153277"/>
            <a:ext cx="6543674" cy="1007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/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100123610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90E55-7A8B-EDC3-797D-77BF0EA39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291042"/>
            <a:ext cx="12358688" cy="719665"/>
          </a:xfrm>
        </p:spPr>
        <p:txBody>
          <a:bodyPr>
            <a:noAutofit/>
          </a:bodyPr>
          <a:lstStyle/>
          <a:p>
            <a:r>
              <a:rPr lang="en-IN" sz="6000" b="1" dirty="0"/>
              <a:t>From Raw Data to Analytics-Ready Data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6AA67CE-F36E-1027-42E7-5681445C90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8802644"/>
              </p:ext>
            </p:extLst>
          </p:nvPr>
        </p:nvGraphicFramePr>
        <p:xfrm>
          <a:off x="2032000" y="1148291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749993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F0F7249-2684-A2A4-4A2D-7DC078669C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4286163"/>
              </p:ext>
            </p:extLst>
          </p:nvPr>
        </p:nvGraphicFramePr>
        <p:xfrm>
          <a:off x="642938" y="714376"/>
          <a:ext cx="10558462" cy="5972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2825173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8FE4C9-2886-3DA0-C9C3-A9A562545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5344"/>
            <a:ext cx="12168188" cy="617625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E36B73-4E02-E29E-F2CF-CE5A81018E3A}"/>
              </a:ext>
            </a:extLst>
          </p:cNvPr>
          <p:cNvSpPr txBox="1"/>
          <p:nvPr/>
        </p:nvSpPr>
        <p:spPr>
          <a:xfrm>
            <a:off x="166688" y="0"/>
            <a:ext cx="121872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/>
              <a:t>E-commerce Performance Dashboard</a:t>
            </a:r>
          </a:p>
        </p:txBody>
      </p:sp>
    </p:spTree>
    <p:extLst>
      <p:ext uri="{BB962C8B-B14F-4D97-AF65-F5344CB8AC3E}">
        <p14:creationId xmlns:p14="http://schemas.microsoft.com/office/powerpoint/2010/main" val="158201116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D50C87-0A71-1027-E4F1-C3E950E50D08}"/>
              </a:ext>
            </a:extLst>
          </p:cNvPr>
          <p:cNvSpPr txBox="1"/>
          <p:nvPr/>
        </p:nvSpPr>
        <p:spPr>
          <a:xfrm>
            <a:off x="2939652" y="184007"/>
            <a:ext cx="63126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/>
              <a:t>BUSINESS INSIGHTS</a:t>
            </a:r>
          </a:p>
        </p:txBody>
      </p:sp>
      <p:graphicFrame>
        <p:nvGraphicFramePr>
          <p:cNvPr id="25" name="Diagram 24">
            <a:extLst>
              <a:ext uri="{FF2B5EF4-FFF2-40B4-BE49-F238E27FC236}">
                <a16:creationId xmlns:a16="http://schemas.microsoft.com/office/drawing/2014/main" id="{B7E9C842-7EA6-B24C-ADFE-61BA0CA60E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8376802"/>
              </p:ext>
            </p:extLst>
          </p:nvPr>
        </p:nvGraphicFramePr>
        <p:xfrm>
          <a:off x="1357313" y="1199670"/>
          <a:ext cx="9415462" cy="5658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950258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C4441-6F3E-C8FE-D1C0-28C133780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4437" y="0"/>
            <a:ext cx="9763125" cy="1325563"/>
          </a:xfrm>
        </p:spPr>
        <p:txBody>
          <a:bodyPr>
            <a:normAutofit fontScale="90000"/>
          </a:bodyPr>
          <a:lstStyle/>
          <a:p>
            <a:r>
              <a:rPr lang="en-IN" sz="6000" b="1" dirty="0"/>
              <a:t>CUSTOMER BEHAVIOUR &amp; LOYALTY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1F4FF4F-47C2-BC4F-476B-C89022E8BA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0461495"/>
              </p:ext>
            </p:extLst>
          </p:nvPr>
        </p:nvGraphicFramePr>
        <p:xfrm>
          <a:off x="2031999" y="1219729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946109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BEB4C-5694-F878-C68A-D5DDB56D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918" y="0"/>
            <a:ext cx="6634163" cy="1325563"/>
          </a:xfrm>
        </p:spPr>
        <p:txBody>
          <a:bodyPr>
            <a:normAutofit/>
          </a:bodyPr>
          <a:lstStyle/>
          <a:p>
            <a:r>
              <a:rPr lang="en-IN" sz="6000" b="1" dirty="0"/>
              <a:t>RECOMMENDATIONS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A848B4D-786E-B37B-70C9-1EC38491ED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4009745"/>
              </p:ext>
            </p:extLst>
          </p:nvPr>
        </p:nvGraphicFramePr>
        <p:xfrm>
          <a:off x="2031999" y="1205441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23691823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689D13-CF9E-1F61-8519-13C2F09EF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575"/>
            <a:ext cx="9144000" cy="1009650"/>
          </a:xfrm>
        </p:spPr>
        <p:txBody>
          <a:bodyPr/>
          <a:lstStyle/>
          <a:p>
            <a:r>
              <a:rPr lang="en-IN" dirty="0"/>
              <a:t>BUSINESS IMPACT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5E5E24A-5AEC-DBA4-F9EF-0BDD42EF4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38225"/>
            <a:ext cx="9144000" cy="841375"/>
          </a:xfrm>
        </p:spPr>
        <p:txBody>
          <a:bodyPr/>
          <a:lstStyle/>
          <a:p>
            <a:r>
              <a:rPr lang="en-IN" dirty="0"/>
              <a:t>The analysis transforms 5,000 raw transactions into actionable insights for customer retention, geographic expansion and loyalty growth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95CCD25-054A-4B6E-41E2-A42ED32579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1381522"/>
              </p:ext>
            </p:extLst>
          </p:nvPr>
        </p:nvGraphicFramePr>
        <p:xfrm>
          <a:off x="2032000" y="187960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32880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651</Words>
  <Application>Microsoft Office PowerPoint</Application>
  <PresentationFormat>Widescreen</PresentationFormat>
  <Paragraphs>111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E-Commerce Sales Analytics</vt:lpstr>
      <vt:lpstr>EXECUTIVE SUMMARY</vt:lpstr>
      <vt:lpstr>EXECUTIVE SUMMARY</vt:lpstr>
      <vt:lpstr>PowerPoint Presentation</vt:lpstr>
      <vt:lpstr>PowerPoint Presentation</vt:lpstr>
      <vt:lpstr>From Raw Data to Analytics-Ready Data</vt:lpstr>
      <vt:lpstr>PowerPoint Presentation</vt:lpstr>
      <vt:lpstr>PowerPoint Presentation</vt:lpstr>
      <vt:lpstr>PowerPoint Presentation</vt:lpstr>
      <vt:lpstr>CUSTOMER BEHAVIOUR &amp; LOYALTY</vt:lpstr>
      <vt:lpstr>RECOMMENDATIONS</vt:lpstr>
      <vt:lpstr>BUSINESS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Aishwarya T</dc:creator>
  <cp:lastModifiedBy>Aishwarya T</cp:lastModifiedBy>
  <cp:revision>1</cp:revision>
  <dcterms:created xsi:type="dcterms:W3CDTF">2026-08-10T10:30:00Z</dcterms:created>
  <dcterms:modified xsi:type="dcterms:W3CDTF">2026-08-10T10:43:20Z</dcterms:modified>
</cp:coreProperties>
</file>